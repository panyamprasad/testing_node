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7" r:id="rId5"/>
  </p:sldMasterIdLst>
  <p:notesMasterIdLst>
    <p:notesMasterId r:id="rId8"/>
  </p:notesMasterIdLst>
  <p:sldIdLst>
    <p:sldId id="2147481322" r:id="rId6"/>
    <p:sldId id="214748132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2699AD-CF93-4700-A517-69EB71BC4274}" v="5" dt="2025-11-11T09:50:09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4T12:07:59.24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3699B-D4DB-4FAA-ABB6-73CE4436C787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2662F2-1BBD-4A46-B776-0A52546CDC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313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872B7-12E0-2C7F-6A7E-71F033E20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17B23-8765-9EA7-6B93-3C55728B0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72163E-4E10-B1EA-701E-3D260AE08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8FD29-ED8E-39A0-1A34-C398EA008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3461C-FA99-416F-B778-A9E5F861861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194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07C6C-D411-7663-3383-4393473FF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62FED-E524-3F78-66CD-37F833808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0078A-696B-CB7C-328A-05350BAE1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5028F-B04B-D259-30F8-583AE416E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3461C-FA99-416F-B778-A9E5F861861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99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288" y="1761173"/>
            <a:ext cx="11399837" cy="4116387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3pPr>
              <a:defRPr sz="20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A43B10-4010-44D6-97A4-96534CBCB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17B93C99-7AB1-4E6B-884B-D73D95635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923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A43B10-4010-44D6-97A4-96534CBCB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17B93C99-7AB1-4E6B-884B-D73D95635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539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A43B10-4010-44D6-97A4-96534CBCB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17B93C99-7AB1-4E6B-884B-D73D95635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3311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15670-2682-4E9A-81E9-C7F78A627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AD3BAD5A-E7FD-4DCE-9C47-4A11B06ED4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944266-0FA8-4477-85BF-DD8B45B1FE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5288" y="2095778"/>
            <a:ext cx="11399837" cy="3798610"/>
          </a:xfrm>
        </p:spPr>
        <p:txBody>
          <a:bodyPr/>
          <a:lstStyle>
            <a:lvl1pPr marL="11113" indent="-11113">
              <a:lnSpc>
                <a:spcPct val="97000"/>
              </a:lnSpc>
              <a:spcAft>
                <a:spcPts val="0"/>
              </a:spcAft>
              <a:tabLst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quotation or statement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932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A43B10-4010-44D6-97A4-96534CBCB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5610225" cy="657799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17B93C99-7AB1-4E6B-884B-D73D95635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5610224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FE1B538-B42A-49D3-B7DB-BDEE85612D2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84400" y="0"/>
            <a:ext cx="5607600" cy="5894388"/>
          </a:xfr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EDB97A-485A-4D42-95B1-DD39B05A42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288" y="1761173"/>
            <a:ext cx="5610225" cy="4116388"/>
          </a:xfrm>
        </p:spPr>
        <p:txBody>
          <a:bodyPr/>
          <a:lstStyle>
            <a:lvl1pPr>
              <a:defRPr sz="20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5051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FE1B538-B42A-49D3-B7DB-BDEE85612D2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680000" cy="6858000"/>
          </a:xfr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9F80D1-93C0-4329-A083-331271D595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288" y="340702"/>
            <a:ext cx="3679825" cy="1815123"/>
          </a:xfrm>
        </p:spPr>
        <p:txBody>
          <a:bodyPr/>
          <a:lstStyle>
            <a:lvl1pPr>
              <a:lnSpc>
                <a:spcPct val="90000"/>
              </a:lnSpc>
              <a:defRPr sz="4500" spc="-3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9D6BDE-04FF-4058-8BFF-16EF96AD9F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9699" y="395288"/>
            <a:ext cx="6577013" cy="5237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20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Li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FE1B538-B42A-49D3-B7DB-BDEE85612D2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0"/>
            <a:ext cx="5610225" cy="6858000"/>
          </a:xfr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9F80D1-93C0-4329-A083-331271D595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287" y="340702"/>
            <a:ext cx="4645026" cy="1815123"/>
          </a:xfrm>
        </p:spPr>
        <p:txBody>
          <a:bodyPr/>
          <a:lstStyle>
            <a:lvl1pPr>
              <a:lnSpc>
                <a:spcPct val="90000"/>
              </a:lnSpc>
              <a:defRPr sz="4500" spc="-3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ED3697DA-6552-4881-BE32-443BD4BBABDD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184900" y="395288"/>
            <a:ext cx="5610225" cy="5237162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2565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Li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9F80D1-93C0-4329-A083-331271D595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287" y="340702"/>
            <a:ext cx="4645026" cy="1815123"/>
          </a:xfrm>
        </p:spPr>
        <p:txBody>
          <a:bodyPr/>
          <a:lstStyle>
            <a:lvl1pPr>
              <a:lnSpc>
                <a:spcPct val="90000"/>
              </a:lnSpc>
              <a:defRPr sz="4500" spc="-3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841547BB-8A5F-47B8-912D-8E4B7C047FD7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184900" y="395288"/>
            <a:ext cx="5611813" cy="5237162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2321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hort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A43B10-4010-44D6-97A4-96534CBCB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17B93C99-7AB1-4E6B-884B-D73D95635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2685CD-4B33-4DD4-899B-8476765028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5288" y="1761173"/>
            <a:ext cx="6575425" cy="4126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003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ong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F768880-86A1-4DB9-BFB2-185D048BC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9D3BA69-988F-467F-B4D0-BC95B0EC77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6890E-78FA-477A-BA65-CA9A67F778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5288" y="1761173"/>
            <a:ext cx="5402262" cy="4143375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8458B8-CF56-4014-A861-A0E29B4336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2863" y="1761173"/>
            <a:ext cx="5402262" cy="4143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7203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Long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E223-C2EB-4A9F-8F71-CAA8B1A2D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A1AA322-AB4B-461B-BAC1-E3D2C261D8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366D9F-CFC7-4363-AA0D-3B1E2920E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5288" y="1761173"/>
            <a:ext cx="3677381" cy="4143376"/>
          </a:xfrm>
        </p:spPr>
        <p:txBody>
          <a:bodyPr rIns="360000"/>
          <a:lstStyle>
            <a:lvl4pPr>
              <a:defRPr sz="1600"/>
            </a:lvl4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0304664-4B9C-482D-BB89-F3F8B5FD77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6515" y="1761173"/>
            <a:ext cx="3677381" cy="4143376"/>
          </a:xfrm>
        </p:spPr>
        <p:txBody>
          <a:bodyPr rIns="360000"/>
          <a:lstStyle>
            <a:lvl4pPr>
              <a:defRPr sz="1600"/>
            </a:lvl4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C038E25-A619-4464-A5E3-7EC891F00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15299" y="1761173"/>
            <a:ext cx="3679825" cy="4143376"/>
          </a:xfrm>
        </p:spPr>
        <p:txBody>
          <a:bodyPr rIns="360000"/>
          <a:lstStyle>
            <a:lvl4pPr>
              <a:defRPr sz="1600"/>
            </a:lvl4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6573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Long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E223-C2EB-4A9F-8F71-CAA8B1A2D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A1AA322-AB4B-461B-BAC1-E3D2C261D8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366D9F-CFC7-4363-AA0D-3B1E2920E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5288" y="1761173"/>
            <a:ext cx="2714625" cy="4143376"/>
          </a:xfrm>
        </p:spPr>
        <p:txBody>
          <a:bodyPr rIns="36000"/>
          <a:lstStyle>
            <a:lvl4pPr>
              <a:defRPr sz="1600"/>
            </a:lvl4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0304664-4B9C-482D-BB89-F3F8B5FD77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808" y="1761173"/>
            <a:ext cx="2705705" cy="4143376"/>
          </a:xfrm>
        </p:spPr>
        <p:txBody>
          <a:bodyPr rIns="36000"/>
          <a:lstStyle>
            <a:lvl4pPr>
              <a:defRPr sz="1600"/>
            </a:lvl4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C038E25-A619-4464-A5E3-7EC891F00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900" y="1761173"/>
            <a:ext cx="2719880" cy="4143376"/>
          </a:xfrm>
        </p:spPr>
        <p:txBody>
          <a:bodyPr rIns="36000"/>
          <a:lstStyle>
            <a:lvl4pPr>
              <a:defRPr sz="1600"/>
            </a:lvl4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221CD17-7402-4C11-A738-EB2E70E5A1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0499" y="1761173"/>
            <a:ext cx="2714625" cy="4143376"/>
          </a:xfrm>
        </p:spPr>
        <p:txBody>
          <a:bodyPr rIns="36000"/>
          <a:lstStyle>
            <a:lvl4pPr>
              <a:defRPr sz="1600"/>
            </a:lvl4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9305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ll a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C8DC833-EE3B-410B-9A43-6E8F8FBA515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60000" y="1751012"/>
            <a:ext cx="4032000" cy="4140000"/>
          </a:xfrm>
          <a:solidFill>
            <a:schemeClr val="tx2"/>
          </a:solidFill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5EBF7-C096-4A24-AD84-895BB6FD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EB9D43E-2372-4A31-8B68-D98BF92FF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15F986-5B5D-4F20-AEF6-5651010AC1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751013"/>
            <a:ext cx="4032000" cy="4139999"/>
          </a:xfrm>
          <a:solidFill>
            <a:srgbClr val="F1F0F0"/>
          </a:solidFill>
        </p:spPr>
        <p:txBody>
          <a:bodyPr lIns="396000" tIns="144000"/>
          <a:lstStyle>
            <a:lvl1pPr marL="9525" indent="0">
              <a:tabLst/>
              <a:defRPr sz="2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A514026-B35C-4343-B01F-223AE5A17C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5408" y="1751013"/>
            <a:ext cx="4033838" cy="4143375"/>
          </a:xfrm>
        </p:spPr>
        <p:txBody>
          <a:bodyPr tIns="144000"/>
          <a:lstStyle>
            <a:lvl1pPr marL="396000"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Tile headline</a:t>
            </a:r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9121CFB-5BA4-434E-BA5A-30BC5F6AD6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0000" y="1751013"/>
            <a:ext cx="4032000" cy="4139999"/>
          </a:xfrm>
          <a:solidFill>
            <a:srgbClr val="F1F0F0"/>
          </a:solidFill>
        </p:spPr>
        <p:txBody>
          <a:bodyPr lIns="180000" tIns="144000"/>
          <a:lstStyle>
            <a:lvl1pPr marL="9525" indent="0">
              <a:tabLst/>
              <a:defRPr sz="2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B1B53B1-DF19-41C9-AC46-3C4819EC7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60000" y="1751013"/>
            <a:ext cx="4032000" cy="617672"/>
          </a:xfrm>
          <a:noFill/>
        </p:spPr>
        <p:txBody>
          <a:bodyPr lIns="180000" tIns="144000"/>
          <a:lstStyle>
            <a:lvl1pPr marL="9525" indent="0">
              <a:tabLst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139D30-D3E6-4B85-AB95-2C90892081D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95288" y="2854800"/>
            <a:ext cx="3330000" cy="27776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91C380E8-45ED-414E-A502-0CCE74C6A78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500" y="2854800"/>
            <a:ext cx="3671253" cy="27776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19961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ll a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9121CFB-5BA4-434E-BA5A-30BC5F6AD6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0000" y="1751013"/>
            <a:ext cx="4032000" cy="4139999"/>
          </a:xfrm>
          <a:solidFill>
            <a:srgbClr val="F1F0F0"/>
          </a:solidFill>
        </p:spPr>
        <p:txBody>
          <a:bodyPr lIns="180000" tIns="144000"/>
          <a:lstStyle>
            <a:lvl1pPr marL="9525" indent="0">
              <a:tabLst/>
              <a:defRPr sz="2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5EBF7-C096-4A24-AD84-895BB6FD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EB9D43E-2372-4A31-8B68-D98BF92FF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15F986-5B5D-4F20-AEF6-5651010AC1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751013"/>
            <a:ext cx="4032000" cy="4139999"/>
          </a:xfrm>
          <a:solidFill>
            <a:srgbClr val="F1F0F0"/>
          </a:solidFill>
        </p:spPr>
        <p:txBody>
          <a:bodyPr lIns="396000" tIns="144000"/>
          <a:lstStyle>
            <a:lvl1pPr marL="9525" indent="0">
              <a:tabLst/>
              <a:defRPr sz="2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139D30-D3E6-4B85-AB95-2C90892081D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95288" y="2854800"/>
            <a:ext cx="3330000" cy="27776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0F5F195-43C8-1C4A-8016-DE2A1B62AE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60000" y="1751013"/>
            <a:ext cx="4032000" cy="4140000"/>
          </a:xfrm>
          <a:solidFill>
            <a:srgbClr val="F1F0F0"/>
          </a:solidFill>
        </p:spPr>
        <p:txBody>
          <a:bodyPr lIns="180000" tIns="144000"/>
          <a:lstStyle>
            <a:lvl1pPr marL="9525" indent="0">
              <a:tabLst/>
              <a:defRPr sz="2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288E1EBF-ADB1-FD43-A3B9-1586DF1841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328972" y="2854800"/>
            <a:ext cx="3403706" cy="27776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 marL="495300" indent="-176213">
              <a:defRPr lang="en-GB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8803B7C-9839-5541-A4EF-6ABCC577EE4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500" y="2854800"/>
            <a:ext cx="3671253" cy="27776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 marL="495300" indent="-176213">
              <a:defRPr lang="en-GB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9278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x of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F82BE91-3964-48C2-83EF-465E652174F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0000" y="1751013"/>
            <a:ext cx="4032000" cy="4140000"/>
          </a:xfrm>
          <a:solidFill>
            <a:schemeClr val="tx2"/>
          </a:solidFill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5EBF7-C096-4A24-AD84-895BB6FD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B2381-4BFA-4B58-83FE-AA3C1F91BF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EB9D43E-2372-4A31-8B68-D98BF92FF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15F986-5B5D-4F20-AEF6-5651010AC1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751013"/>
            <a:ext cx="4032000" cy="4140000"/>
          </a:xfrm>
          <a:solidFill>
            <a:srgbClr val="F1F0F0"/>
          </a:solidFill>
        </p:spPr>
        <p:txBody>
          <a:bodyPr lIns="396000" tIns="144000"/>
          <a:lstStyle>
            <a:lvl1pPr marL="9525" indent="0">
              <a:tabLst/>
              <a:defRPr sz="2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9121CFB-5BA4-434E-BA5A-30BC5F6AD6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0000" y="1751013"/>
            <a:ext cx="4032000" cy="645115"/>
          </a:xfrm>
          <a:noFill/>
        </p:spPr>
        <p:txBody>
          <a:bodyPr lIns="180000" tIns="144000"/>
          <a:lstStyle>
            <a:lvl1pPr marL="9525" indent="0">
              <a:tabLst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818D9F9-B19D-404D-B7D5-E84E8580B6C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60000" y="1751013"/>
            <a:ext cx="4032000" cy="4140000"/>
          </a:xfrm>
          <a:solidFill>
            <a:srgbClr val="F1F0F0"/>
          </a:solidFill>
        </p:spPr>
        <p:txBody>
          <a:bodyPr vert="horz" lIns="180000" tIns="144000" rIns="0" bIns="0" rtlCol="0">
            <a:noAutofit/>
          </a:bodyPr>
          <a:lstStyle>
            <a:lvl1pPr>
              <a:defRPr lang="en-GB" sz="22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9525" lvl="0">
              <a:tabLst/>
            </a:pPr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70B5C625-95B8-1341-AECE-34F95E57753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95288" y="2854800"/>
            <a:ext cx="3330000" cy="27776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018034FB-FE8D-FF42-9A72-36D72D51F1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328972" y="2854800"/>
            <a:ext cx="3403706" cy="27776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1265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EBF7-C096-4A24-AD84-895BB6FD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B2381-4BFA-4B58-83FE-AA3C1F91BF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EB9D43E-2372-4A31-8B68-D98BF92FF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15F986-5B5D-4F20-AEF6-5651010AC1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751013"/>
            <a:ext cx="4039200" cy="2052000"/>
          </a:xfrm>
          <a:solidFill>
            <a:schemeClr val="tx1"/>
          </a:solidFill>
        </p:spPr>
        <p:txBody>
          <a:bodyPr vert="horz" lIns="396000" tIns="144000" rIns="180000" bIns="0" rtlCol="0">
            <a:noAutofit/>
          </a:bodyPr>
          <a:lstStyle>
            <a:lvl1pPr>
              <a:defRPr lang="en-US" sz="2200" dirty="0" smtClean="0">
                <a:solidFill>
                  <a:schemeClr val="bg1"/>
                </a:solidFill>
                <a:latin typeface="+mj-lt"/>
              </a:defRPr>
            </a:lvl1pPr>
            <a:lvl2pPr>
              <a:defRPr lang="en-US" sz="15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marR="0" lvl="0" fontAlgn="auto">
              <a:buClrTx/>
              <a:buSzTx/>
              <a:tabLst/>
            </a:pPr>
            <a:r>
              <a:rPr lang="en-US" dirty="0"/>
              <a:t>Click to edit point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dirty="0"/>
              <a:t>Second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A558F7F-7DE3-4F31-9E03-6CE8D2CC7B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52800" y="1751013"/>
            <a:ext cx="4039200" cy="2052000"/>
          </a:xfrm>
          <a:solidFill>
            <a:schemeClr val="tx1"/>
          </a:solidFill>
        </p:spPr>
        <p:txBody>
          <a:bodyPr vert="horz" lIns="180000" tIns="144000" rIns="396000" bIns="0" rtlCol="0">
            <a:noAutofit/>
          </a:bodyPr>
          <a:lstStyle>
            <a:lvl1pPr>
              <a:defRPr lang="en-US" sz="2200" dirty="0" smtClean="0">
                <a:solidFill>
                  <a:schemeClr val="bg1"/>
                </a:solidFill>
                <a:latin typeface="+mj-lt"/>
              </a:defRPr>
            </a:lvl1pPr>
            <a:lvl2pPr>
              <a:defRPr lang="en-US" sz="15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marR="0" lvl="0" fontAlgn="auto">
              <a:buClrTx/>
              <a:buSzTx/>
              <a:tabLst/>
            </a:pPr>
            <a:r>
              <a:rPr lang="en-US" dirty="0"/>
              <a:t>Click to edit point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dirty="0"/>
              <a:t>Second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65314A79-4F72-4540-9055-5722F7A70C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5113" y="1751013"/>
            <a:ext cx="4039200" cy="2052000"/>
          </a:xfrm>
          <a:solidFill>
            <a:schemeClr val="bg1">
              <a:lumMod val="95000"/>
            </a:schemeClr>
          </a:solidFill>
        </p:spPr>
        <p:txBody>
          <a:bodyPr vert="horz" lIns="180000" tIns="144000" rIns="396000" bIns="0" rtlCol="0">
            <a:noAutofit/>
          </a:bodyPr>
          <a:lstStyle>
            <a:lvl1pPr>
              <a:defRPr lang="en-US" sz="2200" dirty="0" smtClean="0">
                <a:solidFill>
                  <a:schemeClr val="accent1"/>
                </a:solidFill>
                <a:latin typeface="+mj-lt"/>
              </a:defRPr>
            </a:lvl1pPr>
            <a:lvl2pPr>
              <a:defRPr lang="en-US" sz="15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marR="0" lvl="0" fontAlgn="auto">
              <a:buClrTx/>
              <a:buSzTx/>
              <a:tabLst/>
            </a:pPr>
            <a:r>
              <a:rPr lang="en-US" dirty="0"/>
              <a:t>Click to edit point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dirty="0"/>
              <a:t>Second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1DE6D03-6E63-4C7B-A094-122D6CDCC6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80000" y="3837600"/>
            <a:ext cx="4039200" cy="2052000"/>
          </a:xfrm>
          <a:solidFill>
            <a:schemeClr val="tx1"/>
          </a:solidFill>
        </p:spPr>
        <p:txBody>
          <a:bodyPr vert="horz" lIns="180000" tIns="144000" rIns="396000" bIns="0" rtlCol="0">
            <a:noAutofit/>
          </a:bodyPr>
          <a:lstStyle>
            <a:lvl1pPr>
              <a:defRPr lang="en-US" sz="2200" dirty="0" smtClean="0">
                <a:solidFill>
                  <a:schemeClr val="bg1"/>
                </a:solidFill>
                <a:latin typeface="+mj-lt"/>
              </a:defRPr>
            </a:lvl1pPr>
            <a:lvl2pPr>
              <a:defRPr lang="en-US" sz="15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marR="0" lvl="0" fontAlgn="auto">
              <a:buClrTx/>
              <a:buSzTx/>
              <a:tabLst/>
            </a:pPr>
            <a:r>
              <a:rPr lang="en-US" dirty="0"/>
              <a:t>Click to edit point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dirty="0"/>
              <a:t>Second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25B3D85-14F1-4639-ADD0-DC13ACBEB8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3837600"/>
            <a:ext cx="4039200" cy="2052000"/>
          </a:xfrm>
          <a:solidFill>
            <a:schemeClr val="bg1">
              <a:lumMod val="95000"/>
            </a:schemeClr>
          </a:solidFill>
        </p:spPr>
        <p:txBody>
          <a:bodyPr vert="horz" lIns="396000" tIns="144000" rIns="180000" bIns="0" rtlCol="0">
            <a:noAutofit/>
          </a:bodyPr>
          <a:lstStyle>
            <a:lvl1pPr>
              <a:defRPr lang="en-US" sz="2200" dirty="0" smtClean="0">
                <a:solidFill>
                  <a:schemeClr val="accent1"/>
                </a:solidFill>
                <a:latin typeface="+mj-lt"/>
              </a:defRPr>
            </a:lvl1pPr>
            <a:lvl2pPr>
              <a:defRPr lang="en-US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marR="0" lvl="0" fontAlgn="auto">
              <a:buClrTx/>
              <a:buSzTx/>
              <a:tabLst/>
            </a:pPr>
            <a:r>
              <a:rPr lang="en-US" dirty="0"/>
              <a:t>Click to edit point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dirty="0"/>
              <a:t>Second level</a:t>
            </a:r>
          </a:p>
          <a:p>
            <a:pPr marL="9525" marR="0" lvl="1" indent="-376238" fontAlgn="auto">
              <a:buClrTx/>
              <a:buSzTx/>
              <a:tabLst/>
            </a:pPr>
            <a:endParaRPr lang="en-GB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03E2E5A-10AC-44F8-8628-07B5D9ACB1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52800" y="3837600"/>
            <a:ext cx="4039200" cy="2052000"/>
          </a:xfrm>
          <a:solidFill>
            <a:schemeClr val="bg1">
              <a:lumMod val="95000"/>
            </a:schemeClr>
          </a:solidFill>
        </p:spPr>
        <p:txBody>
          <a:bodyPr vert="horz" lIns="180000" tIns="144000" rIns="396000" bIns="0" rtlCol="0">
            <a:noAutofit/>
          </a:bodyPr>
          <a:lstStyle>
            <a:lvl1pPr>
              <a:defRPr lang="en-US" sz="2200" dirty="0" smtClean="0">
                <a:solidFill>
                  <a:schemeClr val="accent1"/>
                </a:solidFill>
                <a:latin typeface="+mj-lt"/>
              </a:defRPr>
            </a:lvl1pPr>
            <a:lvl2pPr>
              <a:defRPr lang="en-US" sz="15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marR="0" lvl="0" fontAlgn="auto">
              <a:buClrTx/>
              <a:buSzTx/>
              <a:tabLst/>
            </a:pPr>
            <a:r>
              <a:rPr lang="en-US" dirty="0"/>
              <a:t>Click to edit point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611873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x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EBF7-C096-4A24-AD84-895BB6FD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B2381-4BFA-4B58-83FE-AA3C1F91BF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EB9D43E-2372-4A31-8B68-D98BF92FF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15F986-5B5D-4F20-AEF6-5651010AC1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751013"/>
            <a:ext cx="4039200" cy="2052000"/>
          </a:xfrm>
          <a:solidFill>
            <a:schemeClr val="bg1">
              <a:lumMod val="95000"/>
            </a:schemeClr>
          </a:solidFill>
        </p:spPr>
        <p:txBody>
          <a:bodyPr vert="horz" lIns="396000" tIns="144000" rIns="180000" bIns="0" rtlCol="0">
            <a:noAutofit/>
          </a:bodyPr>
          <a:lstStyle>
            <a:lvl1pPr>
              <a:defRPr lang="en-US" sz="2200" dirty="0" smtClean="0">
                <a:solidFill>
                  <a:schemeClr val="accent1"/>
                </a:solidFill>
                <a:latin typeface="+mj-lt"/>
              </a:defRPr>
            </a:lvl1pPr>
            <a:lvl2pPr>
              <a:defRPr lang="en-US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marR="0" lvl="0" fontAlgn="auto">
              <a:buClrTx/>
              <a:buSzTx/>
              <a:tabLst/>
            </a:pPr>
            <a:r>
              <a:rPr lang="en-US" dirty="0"/>
              <a:t>Click to edit point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dirty="0"/>
              <a:t>Second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A558F7F-7DE3-4F31-9E03-6CE8D2CC7B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52800" y="1751013"/>
            <a:ext cx="4039200" cy="2052000"/>
          </a:xfrm>
          <a:solidFill>
            <a:schemeClr val="bg1">
              <a:lumMod val="95000"/>
            </a:schemeClr>
          </a:solidFill>
        </p:spPr>
        <p:txBody>
          <a:bodyPr vert="horz" lIns="180000" tIns="144000" rIns="396000" bIns="0" rtlCol="0">
            <a:noAutofit/>
          </a:bodyPr>
          <a:lstStyle>
            <a:lvl1pPr>
              <a:defRPr lang="en-US" sz="2200" dirty="0" smtClean="0">
                <a:solidFill>
                  <a:schemeClr val="accent1"/>
                </a:solidFill>
                <a:latin typeface="+mj-lt"/>
              </a:defRPr>
            </a:lvl1pPr>
            <a:lvl2pPr>
              <a:defRPr lang="en-US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marR="0" lvl="0" fontAlgn="auto">
              <a:buClrTx/>
              <a:buSzTx/>
              <a:tabLst/>
            </a:pPr>
            <a:r>
              <a:rPr lang="en-US" dirty="0"/>
              <a:t>Click to edit point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dirty="0"/>
              <a:t>Second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65314A79-4F72-4540-9055-5722F7A70C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5113" y="1751013"/>
            <a:ext cx="4039200" cy="2052000"/>
          </a:xfrm>
          <a:solidFill>
            <a:schemeClr val="tx1"/>
          </a:solidFill>
        </p:spPr>
        <p:txBody>
          <a:bodyPr vert="horz" lIns="180000" tIns="144000" rIns="396000" bIns="0" rtlCol="0">
            <a:noAutofit/>
          </a:bodyPr>
          <a:lstStyle>
            <a:lvl1pPr>
              <a:defRPr lang="en-US" sz="2200" dirty="0" smtClean="0">
                <a:solidFill>
                  <a:schemeClr val="bg1"/>
                </a:solidFill>
                <a:latin typeface="+mj-lt"/>
              </a:defRPr>
            </a:lvl1pPr>
            <a:lvl2pPr marL="9525" indent="-376238">
              <a:tabLst/>
              <a:defRPr lang="en-US" sz="15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marR="0" lvl="0" fontAlgn="auto">
              <a:buClrTx/>
              <a:buSzTx/>
              <a:tabLst/>
            </a:pPr>
            <a:r>
              <a:rPr lang="en-US" dirty="0"/>
              <a:t>Click to edit point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dirty="0"/>
              <a:t>Second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1DE6D03-6E63-4C7B-A094-122D6CDCC6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80000" y="3837600"/>
            <a:ext cx="4039200" cy="2052000"/>
          </a:xfrm>
          <a:solidFill>
            <a:schemeClr val="bg1">
              <a:lumMod val="95000"/>
            </a:schemeClr>
          </a:solidFill>
        </p:spPr>
        <p:txBody>
          <a:bodyPr vert="horz" lIns="180000" tIns="144000" rIns="396000" bIns="0" rtlCol="0">
            <a:noAutofit/>
          </a:bodyPr>
          <a:lstStyle>
            <a:lvl1pPr>
              <a:defRPr lang="en-US" sz="2200" dirty="0" smtClean="0">
                <a:solidFill>
                  <a:schemeClr val="accent1"/>
                </a:solidFill>
                <a:latin typeface="+mj-lt"/>
              </a:defRPr>
            </a:lvl1pPr>
            <a:lvl2pPr>
              <a:defRPr lang="en-US" sz="15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marR="0" lvl="0" fontAlgn="auto">
              <a:buClrTx/>
              <a:buSzTx/>
              <a:tabLst/>
            </a:pPr>
            <a:r>
              <a:rPr lang="en-US" dirty="0"/>
              <a:t>Click to edit point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dirty="0"/>
              <a:t>Second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25B3D85-14F1-4639-ADD0-DC13ACBEB8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3837600"/>
            <a:ext cx="4039200" cy="2052000"/>
          </a:xfrm>
          <a:solidFill>
            <a:schemeClr val="tx1"/>
          </a:solidFill>
        </p:spPr>
        <p:txBody>
          <a:bodyPr vert="horz" lIns="396000" tIns="144000" rIns="180000" bIns="0" rtlCol="0">
            <a:noAutofit/>
          </a:bodyPr>
          <a:lstStyle>
            <a:lvl1pPr>
              <a:defRPr lang="en-US" sz="2200" dirty="0" smtClean="0">
                <a:solidFill>
                  <a:schemeClr val="bg1"/>
                </a:solidFill>
                <a:latin typeface="+mj-lt"/>
              </a:defRPr>
            </a:lvl1pPr>
            <a:lvl2pPr marL="9525" indent="0">
              <a:tabLst/>
              <a:defRPr lang="en-US" sz="15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marR="0" lvl="0" fontAlgn="auto">
              <a:buClrTx/>
              <a:buSzTx/>
              <a:tabLst/>
            </a:pPr>
            <a:r>
              <a:rPr lang="en-US" dirty="0"/>
              <a:t>Click to edit point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dirty="0"/>
              <a:t>Second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03E2E5A-10AC-44F8-8628-07B5D9ACB1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52800" y="3837600"/>
            <a:ext cx="4039200" cy="2052000"/>
          </a:xfrm>
          <a:solidFill>
            <a:schemeClr val="tx1"/>
          </a:solidFill>
        </p:spPr>
        <p:txBody>
          <a:bodyPr vert="horz" lIns="180000" tIns="144000" rIns="396000" bIns="0" rtlCol="0">
            <a:noAutofit/>
          </a:bodyPr>
          <a:lstStyle>
            <a:lvl1pPr>
              <a:defRPr lang="en-US" sz="2200" dirty="0" smtClean="0">
                <a:solidFill>
                  <a:schemeClr val="bg1"/>
                </a:solidFill>
                <a:latin typeface="+mj-lt"/>
              </a:defRPr>
            </a:lvl1pPr>
            <a:lvl2pPr>
              <a:defRPr lang="en-US" sz="15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marR="0" lvl="0" fontAlgn="auto">
              <a:buClrTx/>
              <a:buSzTx/>
              <a:tabLst/>
            </a:pPr>
            <a:r>
              <a:rPr lang="en-US" dirty="0"/>
              <a:t>Click to edit point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56816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case 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EBF7-C096-4A24-AD84-895BB6FD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B2381-4BFA-4B58-83FE-AA3C1F91BF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EB9D43E-2372-4A31-8B68-D98BF92FF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15F986-5B5D-4F20-AEF6-5651010AC1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3839012"/>
            <a:ext cx="4032000" cy="2052000"/>
          </a:xfrm>
          <a:solidFill>
            <a:srgbClr val="F1F0F0"/>
          </a:solidFill>
        </p:spPr>
        <p:txBody>
          <a:bodyPr lIns="396000" tIns="144000" rIns="180000"/>
          <a:lstStyle>
            <a:lvl1pPr marL="9525" indent="0">
              <a:tabLst/>
              <a:defRPr sz="2200">
                <a:solidFill>
                  <a:schemeClr val="accent1"/>
                </a:solidFill>
                <a:latin typeface="+mj-lt"/>
              </a:defRPr>
            </a:lvl1pPr>
            <a:lvl2pPr marL="9525" indent="0">
              <a:tabLst/>
              <a:defRPr lang="en-GB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edit headline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dirty="0"/>
              <a:t>Second level </a:t>
            </a:r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9121CFB-5BA4-434E-BA5A-30BC5F6AD6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0000" y="1751013"/>
            <a:ext cx="4032000" cy="2052000"/>
          </a:xfrm>
          <a:solidFill>
            <a:srgbClr val="F1F0F0"/>
          </a:solidFill>
        </p:spPr>
        <p:txBody>
          <a:bodyPr lIns="180000" tIns="144000" rIns="180000"/>
          <a:lstStyle>
            <a:lvl1pPr marL="9525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sz="2200">
                <a:solidFill>
                  <a:schemeClr val="accent1"/>
                </a:solidFill>
                <a:latin typeface="+mj-lt"/>
              </a:defRPr>
            </a:lvl1pPr>
            <a:lvl2pPr>
              <a:defRPr lang="en-GB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edit headline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Second level </a:t>
            </a:r>
            <a:endParaRPr lang="en-GB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F82BE91-3964-48C2-83EF-465E652174F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0000" y="3839012"/>
            <a:ext cx="4032000" cy="2052000"/>
          </a:xfrm>
          <a:solidFill>
            <a:schemeClr val="tx2"/>
          </a:solidFill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818D9F9-B19D-404D-B7D5-E84E8580B6C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60000" y="3839012"/>
            <a:ext cx="4032000" cy="2052000"/>
          </a:xfrm>
          <a:solidFill>
            <a:srgbClr val="F1F0F0"/>
          </a:solidFill>
        </p:spPr>
        <p:txBody>
          <a:bodyPr lIns="180000" tIns="144000" rIns="396000"/>
          <a:lstStyle>
            <a:lvl1pPr marL="9525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sz="2200">
                <a:solidFill>
                  <a:schemeClr val="accent1"/>
                </a:solidFill>
                <a:latin typeface="+mj-lt"/>
              </a:defRPr>
            </a:lvl1pPr>
            <a:lvl2pPr>
              <a:defRPr lang="en-GB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edit headline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Second level 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B6D6763-5398-4417-B950-FB94B20D3DD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60000" y="1751013"/>
            <a:ext cx="4032000" cy="2052000"/>
          </a:xfrm>
          <a:solidFill>
            <a:schemeClr val="tx2"/>
          </a:solidFill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2AB71ABD-9BB8-42CA-B0AC-FA327D68E8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1751013"/>
            <a:ext cx="4032000" cy="2052000"/>
          </a:xfrm>
          <a:solidFill>
            <a:schemeClr val="tx2"/>
          </a:solidFill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532454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point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EBF7-C096-4A24-AD84-895BB6FD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B2381-4BFA-4B58-83FE-AA3C1F91BF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EB9D43E-2372-4A31-8B68-D98BF92FF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9121CFB-5BA4-434E-BA5A-30BC5F6AD6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0000" y="3839013"/>
            <a:ext cx="4039200" cy="2052000"/>
          </a:xfrm>
          <a:solidFill>
            <a:schemeClr val="bg1">
              <a:lumMod val="95000"/>
            </a:schemeClr>
          </a:solidFill>
        </p:spPr>
        <p:txBody>
          <a:bodyPr vert="horz" lIns="180000" tIns="144000" rIns="180000" bIns="0" rtlCol="0">
            <a:noAutofit/>
          </a:bodyPr>
          <a:lstStyle>
            <a:lvl1pPr marL="9525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200" dirty="0">
                <a:solidFill>
                  <a:schemeClr val="accent1"/>
                </a:solidFill>
                <a:latin typeface="+mj-lt"/>
              </a:defRPr>
            </a:lvl1pPr>
            <a:lvl2pPr marL="9525" indent="0">
              <a:tabLst/>
              <a:defRPr lang="en-GB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lvl="0">
              <a:tabLst/>
            </a:pPr>
            <a:r>
              <a:rPr lang="en-US" dirty="0"/>
              <a:t>Click to edit point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F82BE91-3964-48C2-83EF-465E652174F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0000" y="1751011"/>
            <a:ext cx="4039200" cy="2052000"/>
          </a:xfrm>
          <a:solidFill>
            <a:schemeClr val="tx2"/>
          </a:solidFill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B6D6763-5398-4417-B950-FB94B20D3DD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60000" y="3839013"/>
            <a:ext cx="4039200" cy="2052000"/>
          </a:xfrm>
          <a:solidFill>
            <a:schemeClr val="tx2"/>
          </a:solidFill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2AB71ABD-9BB8-42CA-B0AC-FA327D68E8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839013"/>
            <a:ext cx="4039200" cy="2052000"/>
          </a:xfrm>
          <a:solidFill>
            <a:schemeClr val="tx2"/>
          </a:solidFill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48D3433-5954-4B67-BE48-13721B2CB4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0000" y="1751011"/>
            <a:ext cx="4039200" cy="2052000"/>
          </a:xfrm>
          <a:solidFill>
            <a:schemeClr val="bg1">
              <a:lumMod val="95000"/>
            </a:schemeClr>
          </a:solidFill>
        </p:spPr>
        <p:txBody>
          <a:bodyPr vert="horz" lIns="180000" tIns="144000" rIns="396000" bIns="0" rtlCol="0">
            <a:noAutofit/>
          </a:bodyPr>
          <a:lstStyle>
            <a:lvl1pPr marL="0" indent="0">
              <a:defRPr lang="en-US" sz="2200" dirty="0" smtClean="0">
                <a:solidFill>
                  <a:schemeClr val="accent1"/>
                </a:solidFill>
                <a:latin typeface="+mj-lt"/>
              </a:defRPr>
            </a:lvl1pPr>
            <a:lvl2pPr marL="9525" indent="-376238">
              <a:tabLst/>
              <a:defRPr lang="en-GB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marR="0" lvl="0" fontAlgn="auto">
              <a:buClrTx/>
              <a:buSzTx/>
              <a:tabLst/>
            </a:pPr>
            <a:r>
              <a:rPr lang="en-US" dirty="0"/>
              <a:t>Click to edit point</a:t>
            </a:r>
          </a:p>
          <a:p>
            <a:pPr marL="9525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A05CB92-10AB-D044-AD85-A1F0404A69B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0" y="1751011"/>
            <a:ext cx="4039200" cy="2052000"/>
          </a:xfrm>
          <a:solidFill>
            <a:schemeClr val="bg1">
              <a:lumMod val="95000"/>
            </a:schemeClr>
          </a:solidFill>
        </p:spPr>
        <p:txBody>
          <a:bodyPr vert="horz" lIns="396000" tIns="144000" rIns="180000" bIns="0" rtlCol="0">
            <a:noAutofit/>
          </a:bodyPr>
          <a:lstStyle>
            <a:lvl1pPr marL="9525" indent="0">
              <a:tabLst/>
              <a:defRPr lang="en-US" sz="2200" dirty="0" smtClean="0">
                <a:solidFill>
                  <a:schemeClr val="accent1"/>
                </a:solidFill>
                <a:latin typeface="+mj-lt"/>
              </a:defRPr>
            </a:lvl1pPr>
            <a:lvl2pPr marL="9525" indent="0">
              <a:tabLst/>
              <a:defRPr lang="en-GB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9525" marR="0" lvl="0" fontAlgn="auto">
              <a:buClrTx/>
              <a:buSzTx/>
              <a:tabLst/>
            </a:pPr>
            <a:r>
              <a:rPr lang="en-US" dirty="0"/>
              <a:t>Click to edit point</a:t>
            </a:r>
          </a:p>
          <a:p>
            <a:pPr marL="9525" marR="0" lvl="1" fontAlgn="auto">
              <a:buClrTx/>
              <a:buSzTx/>
              <a:tabLst/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3081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4786B320-D8D1-4625-B36D-D278080C9418}"/>
              </a:ext>
            </a:extLst>
          </p:cNvPr>
          <p:cNvSpPr>
            <a:spLocks noGrp="1"/>
          </p:cNvSpPr>
          <p:nvPr>
            <p:ph type="chart" sz="quarter" idx="26" hasCustomPrompt="1"/>
          </p:nvPr>
        </p:nvSpPr>
        <p:spPr>
          <a:xfrm>
            <a:off x="624249" y="2191846"/>
            <a:ext cx="2250000" cy="3702541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</a:t>
            </a:r>
            <a:br>
              <a:rPr lang="en-GB"/>
            </a:br>
            <a:r>
              <a:rPr lang="en-GB"/>
              <a:t>add chart</a:t>
            </a:r>
          </a:p>
        </p:txBody>
      </p:sp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298A8A07-8B59-44A7-89B3-A90E912808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3522083" y="2190141"/>
            <a:ext cx="2250000" cy="370424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</a:t>
            </a:r>
            <a:br>
              <a:rPr lang="en-GB"/>
            </a:br>
            <a:r>
              <a:rPr lang="en-GB"/>
              <a:t>add chart</a:t>
            </a:r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7BF9ADD6-7635-4719-9294-2C7CB88A7AE7}"/>
              </a:ext>
            </a:extLst>
          </p:cNvPr>
          <p:cNvSpPr>
            <a:spLocks noGrp="1"/>
          </p:cNvSpPr>
          <p:nvPr>
            <p:ph type="chart" sz="quarter" idx="28" hasCustomPrompt="1"/>
          </p:nvPr>
        </p:nvSpPr>
        <p:spPr>
          <a:xfrm>
            <a:off x="6419917" y="2190141"/>
            <a:ext cx="2250000" cy="370424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</a:t>
            </a:r>
            <a:br>
              <a:rPr lang="en-GB"/>
            </a:br>
            <a:r>
              <a:rPr lang="en-GB"/>
              <a:t>add chart</a:t>
            </a:r>
          </a:p>
        </p:txBody>
      </p:sp>
      <p:sp>
        <p:nvSpPr>
          <p:cNvPr id="18" name="Chart Placeholder 14">
            <a:extLst>
              <a:ext uri="{FF2B5EF4-FFF2-40B4-BE49-F238E27FC236}">
                <a16:creationId xmlns:a16="http://schemas.microsoft.com/office/drawing/2014/main" id="{72CB465C-BA08-42D2-9D14-458C047620A0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9317751" y="2190142"/>
            <a:ext cx="2250000" cy="370424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</a:t>
            </a:r>
            <a:br>
              <a:rPr lang="en-GB"/>
            </a:br>
            <a:r>
              <a:rPr lang="en-GB"/>
              <a:t>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DEC67-67C4-4FAA-BCB6-6798DF2B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04AC1-E4E2-4D9D-A2CB-493C0AF7AC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2CDA7445-07F2-4CAC-A94F-72D4495ABC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808572-41FF-DE4B-972D-5481B04684BA}"/>
              </a:ext>
            </a:extLst>
          </p:cNvPr>
          <p:cNvGrpSpPr/>
          <p:nvPr userDrawn="1"/>
        </p:nvGrpSpPr>
        <p:grpSpPr>
          <a:xfrm>
            <a:off x="3198166" y="1799999"/>
            <a:ext cx="5795668" cy="4094387"/>
            <a:chOff x="3198166" y="1800000"/>
            <a:chExt cx="5795668" cy="3870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E751FE3-4D06-4123-B809-8230CB03938F}"/>
                </a:ext>
              </a:extLst>
            </p:cNvPr>
            <p:cNvCxnSpPr/>
            <p:nvPr userDrawn="1"/>
          </p:nvCxnSpPr>
          <p:spPr>
            <a:xfrm>
              <a:off x="3198166" y="1800000"/>
              <a:ext cx="0" cy="3870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116C3B-948F-450B-B770-E7B633E3DAED}"/>
                </a:ext>
              </a:extLst>
            </p:cNvPr>
            <p:cNvCxnSpPr/>
            <p:nvPr userDrawn="1"/>
          </p:nvCxnSpPr>
          <p:spPr>
            <a:xfrm>
              <a:off x="6096000" y="1800000"/>
              <a:ext cx="0" cy="3870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CE454C4-45C0-4B1F-B312-F940122CB6CB}"/>
                </a:ext>
              </a:extLst>
            </p:cNvPr>
            <p:cNvCxnSpPr/>
            <p:nvPr userDrawn="1"/>
          </p:nvCxnSpPr>
          <p:spPr>
            <a:xfrm>
              <a:off x="8993834" y="1800000"/>
              <a:ext cx="0" cy="3870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562D8D6-B317-C44A-9FBC-67A50E8503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287" y="1776345"/>
            <a:ext cx="2714625" cy="211505"/>
          </a:xfrm>
        </p:spPr>
        <p:txBody>
          <a:bodyPr/>
          <a:lstStyle>
            <a:lvl1pPr algn="ctr">
              <a:defRPr sz="1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chart title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AB88EDB-048B-6449-BCB3-CBDB824AE9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03424" y="1776345"/>
            <a:ext cx="2714625" cy="211505"/>
          </a:xfrm>
        </p:spPr>
        <p:txBody>
          <a:bodyPr/>
          <a:lstStyle>
            <a:lvl1pPr algn="ctr">
              <a:defRPr sz="1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chart title</a:t>
            </a:r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A1B32C2-AB03-2D45-95A5-944B4C0B186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1562" y="1776345"/>
            <a:ext cx="2714625" cy="211505"/>
          </a:xfrm>
        </p:spPr>
        <p:txBody>
          <a:bodyPr/>
          <a:lstStyle>
            <a:lvl1pPr algn="ctr">
              <a:defRPr sz="1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chart title</a:t>
            </a:r>
            <a:endParaRPr lang="en-GB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99A16684-A40E-5D4C-94E2-1CCC776BCB9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85438" y="1776345"/>
            <a:ext cx="2714625" cy="211505"/>
          </a:xfrm>
        </p:spPr>
        <p:txBody>
          <a:bodyPr/>
          <a:lstStyle>
            <a:lvl1pPr algn="ctr">
              <a:defRPr sz="1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chart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7212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58A6A2E-4DA8-194F-AF69-32C04E2B8F5D}"/>
              </a:ext>
            </a:extLst>
          </p:cNvPr>
          <p:cNvSpPr/>
          <p:nvPr userDrawn="1"/>
        </p:nvSpPr>
        <p:spPr>
          <a:xfrm>
            <a:off x="0" y="0"/>
            <a:ext cx="12192000" cy="5896800"/>
          </a:xfrm>
          <a:prstGeom prst="rect">
            <a:avLst/>
          </a:prstGeom>
          <a:solidFill>
            <a:srgbClr val="F2F0F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CF6798E1-770E-E24A-B91F-043C784E8887}"/>
              </a:ext>
            </a:extLst>
          </p:cNvPr>
          <p:cNvSpPr/>
          <p:nvPr userDrawn="1"/>
        </p:nvSpPr>
        <p:spPr>
          <a:xfrm rot="5400000">
            <a:off x="5700000" y="-12000"/>
            <a:ext cx="6480000" cy="6504000"/>
          </a:xfrm>
          <a:custGeom>
            <a:avLst/>
            <a:gdLst>
              <a:gd name="connsiteX0" fmla="*/ 0 w 6480000"/>
              <a:gd name="connsiteY0" fmla="*/ 4339731 h 6504000"/>
              <a:gd name="connsiteX1" fmla="*/ 0 w 6480000"/>
              <a:gd name="connsiteY1" fmla="*/ 1972269 h 6504000"/>
              <a:gd name="connsiteX2" fmla="*/ 47102 w 6480000"/>
              <a:gd name="connsiteY2" fmla="*/ 1852807 h 6504000"/>
              <a:gd name="connsiteX3" fmla="*/ 1980845 w 6480000"/>
              <a:gd name="connsiteY3" fmla="*/ 11156 h 6504000"/>
              <a:gd name="connsiteX4" fmla="*/ 2013815 w 6480000"/>
              <a:gd name="connsiteY4" fmla="*/ 0 h 6504000"/>
              <a:gd name="connsiteX5" fmla="*/ 4250185 w 6480000"/>
              <a:gd name="connsiteY5" fmla="*/ 0 h 6504000"/>
              <a:gd name="connsiteX6" fmla="*/ 4283155 w 6480000"/>
              <a:gd name="connsiteY6" fmla="*/ 11156 h 6504000"/>
              <a:gd name="connsiteX7" fmla="*/ 6480000 w 6480000"/>
              <a:gd name="connsiteY7" fmla="*/ 3156000 h 6504000"/>
              <a:gd name="connsiteX8" fmla="*/ 3132000 w 6480000"/>
              <a:gd name="connsiteY8" fmla="*/ 6504000 h 6504000"/>
              <a:gd name="connsiteX9" fmla="*/ 47102 w 6480000"/>
              <a:gd name="connsiteY9" fmla="*/ 4459193 h 6504000"/>
              <a:gd name="connsiteX10" fmla="*/ 0 w 6480000"/>
              <a:gd name="connsiteY10" fmla="*/ 4339731 h 65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80000" h="6504000">
                <a:moveTo>
                  <a:pt x="0" y="4339731"/>
                </a:moveTo>
                <a:lnTo>
                  <a:pt x="0" y="1972269"/>
                </a:lnTo>
                <a:lnTo>
                  <a:pt x="47102" y="1852807"/>
                </a:lnTo>
                <a:cubicBezTo>
                  <a:pt x="407116" y="1001640"/>
                  <a:pt x="1109114" y="330340"/>
                  <a:pt x="1980845" y="11156"/>
                </a:cubicBezTo>
                <a:lnTo>
                  <a:pt x="2013815" y="0"/>
                </a:lnTo>
                <a:lnTo>
                  <a:pt x="4250185" y="0"/>
                </a:lnTo>
                <a:lnTo>
                  <a:pt x="4283155" y="11156"/>
                </a:lnTo>
                <a:cubicBezTo>
                  <a:pt x="5565113" y="480544"/>
                  <a:pt x="6480000" y="1711430"/>
                  <a:pt x="6480000" y="3156000"/>
                </a:cubicBezTo>
                <a:cubicBezTo>
                  <a:pt x="6480000" y="5005049"/>
                  <a:pt x="4981049" y="6504000"/>
                  <a:pt x="3132000" y="6504000"/>
                </a:cubicBezTo>
                <a:cubicBezTo>
                  <a:pt x="1745213" y="6504000"/>
                  <a:pt x="555357" y="5660840"/>
                  <a:pt x="47102" y="4459193"/>
                </a:cubicBezTo>
                <a:lnTo>
                  <a:pt x="0" y="4339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4C6D32F-807C-4EE5-B0E3-AB5DC671173C}"/>
              </a:ext>
            </a:extLst>
          </p:cNvPr>
          <p:cNvSpPr>
            <a:spLocks noChangeAspect="1"/>
          </p:cNvSpPr>
          <p:nvPr userDrawn="1"/>
        </p:nvSpPr>
        <p:spPr>
          <a:xfrm>
            <a:off x="900000" y="1728000"/>
            <a:ext cx="3960000" cy="39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DEC67-67C4-4FAA-BCB6-6798DF2BD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9" y="342000"/>
            <a:ext cx="5789612" cy="657799"/>
          </a:xfrm>
        </p:spPr>
        <p:txBody>
          <a:bodyPr/>
          <a:lstStyle/>
          <a:p>
            <a:r>
              <a:rPr lang="en-GB" dirty="0"/>
              <a:t>Click to edit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04AC1-E4E2-4D9D-A2CB-493C0AF7AC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2CDA7445-07F2-4CAC-A94F-72D4495ABC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1EE6C78-6C9D-46F5-BED7-5118ED2EC447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396000" y="1980000"/>
            <a:ext cx="1259843" cy="126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Option for data point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B3B1842-3BCD-40A7-B137-7C45F402698F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5209520" y="1980000"/>
            <a:ext cx="1259843" cy="126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Option for data point</a:t>
            </a:r>
            <a:endParaRPr lang="en-GB" dirty="0"/>
          </a:p>
        </p:txBody>
      </p: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4786B320-D8D1-4625-B36D-D278080C9418}"/>
              </a:ext>
            </a:extLst>
          </p:cNvPr>
          <p:cNvSpPr>
            <a:spLocks noGrp="1"/>
          </p:cNvSpPr>
          <p:nvPr>
            <p:ph type="chart" sz="quarter" idx="26" hasCustomPrompt="1"/>
          </p:nvPr>
        </p:nvSpPr>
        <p:spPr>
          <a:xfrm>
            <a:off x="1761206" y="2514600"/>
            <a:ext cx="2237588" cy="2813399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r>
              <a:rPr lang="en-GB" dirty="0"/>
              <a:t>Click to </a:t>
            </a:r>
          </a:p>
          <a:p>
            <a:r>
              <a:rPr lang="en-GB" dirty="0"/>
              <a:t>insert chart</a:t>
            </a:r>
          </a:p>
        </p:txBody>
      </p:sp>
      <p:sp>
        <p:nvSpPr>
          <p:cNvPr id="30" name="Chart Placeholder 14">
            <a:extLst>
              <a:ext uri="{FF2B5EF4-FFF2-40B4-BE49-F238E27FC236}">
                <a16:creationId xmlns:a16="http://schemas.microsoft.com/office/drawing/2014/main" id="{AF63756D-15EA-4FB3-B8F3-9476CD3B1EB3}"/>
              </a:ext>
            </a:extLst>
          </p:cNvPr>
          <p:cNvSpPr>
            <a:spLocks noGrp="1"/>
          </p:cNvSpPr>
          <p:nvPr>
            <p:ph type="chart" sz="quarter" idx="28" hasCustomPrompt="1"/>
          </p:nvPr>
        </p:nvSpPr>
        <p:spPr>
          <a:xfrm>
            <a:off x="6785301" y="972000"/>
            <a:ext cx="4501398" cy="4320000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r>
              <a:rPr lang="en-GB"/>
              <a:t>Click to </a:t>
            </a:r>
          </a:p>
          <a:p>
            <a:r>
              <a:rPr lang="en-GB"/>
              <a:t>insert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5E45C7E-AE38-3748-9D2C-54F3A5AB38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26646" y="591688"/>
            <a:ext cx="4218708" cy="211495"/>
          </a:xfrm>
        </p:spPr>
        <p:txBody>
          <a:bodyPr/>
          <a:lstStyle>
            <a:lvl1pPr algn="ctr">
              <a:defRPr sz="1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chart title</a:t>
            </a:r>
            <a:endParaRPr lang="en-GB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DD7B3CC-6F8F-C147-8553-8B7429B8F49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39933" y="2075618"/>
            <a:ext cx="2080134" cy="210381"/>
          </a:xfrm>
        </p:spPr>
        <p:txBody>
          <a:bodyPr/>
          <a:lstStyle>
            <a:lvl1pPr algn="ctr">
              <a:defRPr sz="1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chart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34052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hart (Circle)"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C0164417-A289-284B-B77C-D183018DC5F3}"/>
              </a:ext>
            </a:extLst>
          </p:cNvPr>
          <p:cNvSpPr/>
          <p:nvPr userDrawn="1"/>
        </p:nvSpPr>
        <p:spPr>
          <a:xfrm rot="5400000">
            <a:off x="5700000" y="-12000"/>
            <a:ext cx="6480000" cy="6504000"/>
          </a:xfrm>
          <a:custGeom>
            <a:avLst/>
            <a:gdLst>
              <a:gd name="connsiteX0" fmla="*/ 0 w 6480000"/>
              <a:gd name="connsiteY0" fmla="*/ 4339731 h 6504000"/>
              <a:gd name="connsiteX1" fmla="*/ 0 w 6480000"/>
              <a:gd name="connsiteY1" fmla="*/ 1972269 h 6504000"/>
              <a:gd name="connsiteX2" fmla="*/ 47102 w 6480000"/>
              <a:gd name="connsiteY2" fmla="*/ 1852807 h 6504000"/>
              <a:gd name="connsiteX3" fmla="*/ 1980845 w 6480000"/>
              <a:gd name="connsiteY3" fmla="*/ 11156 h 6504000"/>
              <a:gd name="connsiteX4" fmla="*/ 2013815 w 6480000"/>
              <a:gd name="connsiteY4" fmla="*/ 0 h 6504000"/>
              <a:gd name="connsiteX5" fmla="*/ 4250185 w 6480000"/>
              <a:gd name="connsiteY5" fmla="*/ 0 h 6504000"/>
              <a:gd name="connsiteX6" fmla="*/ 4283155 w 6480000"/>
              <a:gd name="connsiteY6" fmla="*/ 11156 h 6504000"/>
              <a:gd name="connsiteX7" fmla="*/ 6480000 w 6480000"/>
              <a:gd name="connsiteY7" fmla="*/ 3156000 h 6504000"/>
              <a:gd name="connsiteX8" fmla="*/ 3132000 w 6480000"/>
              <a:gd name="connsiteY8" fmla="*/ 6504000 h 6504000"/>
              <a:gd name="connsiteX9" fmla="*/ 47102 w 6480000"/>
              <a:gd name="connsiteY9" fmla="*/ 4459193 h 6504000"/>
              <a:gd name="connsiteX10" fmla="*/ 0 w 6480000"/>
              <a:gd name="connsiteY10" fmla="*/ 4339731 h 65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80000" h="6504000">
                <a:moveTo>
                  <a:pt x="0" y="4339731"/>
                </a:moveTo>
                <a:lnTo>
                  <a:pt x="0" y="1972269"/>
                </a:lnTo>
                <a:lnTo>
                  <a:pt x="47102" y="1852807"/>
                </a:lnTo>
                <a:cubicBezTo>
                  <a:pt x="407116" y="1001640"/>
                  <a:pt x="1109114" y="330340"/>
                  <a:pt x="1980845" y="11156"/>
                </a:cubicBezTo>
                <a:lnTo>
                  <a:pt x="2013815" y="0"/>
                </a:lnTo>
                <a:lnTo>
                  <a:pt x="4250185" y="0"/>
                </a:lnTo>
                <a:lnTo>
                  <a:pt x="4283155" y="11156"/>
                </a:lnTo>
                <a:cubicBezTo>
                  <a:pt x="5565113" y="480544"/>
                  <a:pt x="6480000" y="1711430"/>
                  <a:pt x="6480000" y="3156000"/>
                </a:cubicBezTo>
                <a:cubicBezTo>
                  <a:pt x="6480000" y="5005049"/>
                  <a:pt x="4981049" y="6504000"/>
                  <a:pt x="3132000" y="6504000"/>
                </a:cubicBezTo>
                <a:cubicBezTo>
                  <a:pt x="1745213" y="6504000"/>
                  <a:pt x="555357" y="5660840"/>
                  <a:pt x="47102" y="4459193"/>
                </a:cubicBezTo>
                <a:lnTo>
                  <a:pt x="0" y="4339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DEC67-67C4-4FAA-BCB6-6798DF2BD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9" y="342000"/>
            <a:ext cx="5789612" cy="657799"/>
          </a:xfrm>
        </p:spPr>
        <p:txBody>
          <a:bodyPr/>
          <a:lstStyle/>
          <a:p>
            <a:r>
              <a:rPr lang="en-GB" dirty="0"/>
              <a:t>Click to edit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04AC1-E4E2-4D9D-A2CB-493C0AF7AC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2CDA7445-07F2-4CAC-A94F-72D4495ABC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B3B1842-3BCD-40A7-B137-7C45F402698F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5209520" y="1980000"/>
            <a:ext cx="1259843" cy="126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Option for data point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0A6D77-D6D6-43DA-98FE-F6F4EBFAE51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5288" y="1761173"/>
            <a:ext cx="4632325" cy="414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Chart Placeholder 14">
            <a:extLst>
              <a:ext uri="{FF2B5EF4-FFF2-40B4-BE49-F238E27FC236}">
                <a16:creationId xmlns:a16="http://schemas.microsoft.com/office/drawing/2014/main" id="{655ADAD1-DB65-3B48-8D28-F238577FE89C}"/>
              </a:ext>
            </a:extLst>
          </p:cNvPr>
          <p:cNvSpPr>
            <a:spLocks noGrp="1"/>
          </p:cNvSpPr>
          <p:nvPr>
            <p:ph type="chart" sz="quarter" idx="28" hasCustomPrompt="1"/>
          </p:nvPr>
        </p:nvSpPr>
        <p:spPr>
          <a:xfrm>
            <a:off x="6785301" y="972000"/>
            <a:ext cx="4501398" cy="4320000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r>
              <a:rPr lang="en-GB"/>
              <a:t>Click to </a:t>
            </a:r>
          </a:p>
          <a:p>
            <a:r>
              <a:rPr lang="en-GB"/>
              <a:t>insert chart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1AE4268-0935-6B49-A232-465D9E3532D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85301" y="591688"/>
            <a:ext cx="4501398" cy="211495"/>
          </a:xfrm>
        </p:spPr>
        <p:txBody>
          <a:bodyPr/>
          <a:lstStyle>
            <a:lvl1pPr algn="ctr">
              <a:defRPr sz="1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chart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47109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DEC67-67C4-4FAA-BCB6-6798DF2B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04AC1-E4E2-4D9D-A2CB-493C0AF7AC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2CDA7445-07F2-4CAC-A94F-72D4495ABC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650689CC-0F86-4845-BA95-3DCB5EBB19ED}"/>
              </a:ext>
            </a:extLst>
          </p:cNvPr>
          <p:cNvSpPr>
            <a:spLocks noGrp="1"/>
          </p:cNvSpPr>
          <p:nvPr>
            <p:ph type="chart" sz="quarter" idx="28" hasCustomPrompt="1"/>
          </p:nvPr>
        </p:nvSpPr>
        <p:spPr>
          <a:xfrm>
            <a:off x="6184900" y="1620000"/>
            <a:ext cx="5610225" cy="4274388"/>
          </a:xfrm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r>
              <a:rPr lang="en-GB"/>
              <a:t>Click to insert chart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EDEF20-E7A9-45CE-8D70-718CCDB18D8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5288" y="1761173"/>
            <a:ext cx="4645025" cy="4143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42897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552D29-2031-4778-8D5C-91570D211BF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5897563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sz="1200" i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Select the icon to insert an image.</a:t>
            </a: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/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/>
          </a:p>
          <a:p>
            <a:r>
              <a:rPr lang="en-GB"/>
              <a:t>Visit </a:t>
            </a:r>
            <a:r>
              <a:rPr lang="en-GB" err="1"/>
              <a:t>www.ourtesco.com</a:t>
            </a:r>
            <a:r>
              <a:rPr lang="en-GB"/>
              <a:t>/</a:t>
            </a:r>
            <a:r>
              <a:rPr lang="en-GB" err="1"/>
              <a:t>bams</a:t>
            </a:r>
            <a:r>
              <a:rPr lang="en-GB"/>
              <a:t> for more cover image options.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A1494-7ABD-4AFA-BA22-E956D61DDC99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5289" y="656409"/>
            <a:ext cx="6948486" cy="201734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8000"/>
              </a:lnSpc>
              <a:defRPr sz="6600" spc="-30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here</a:t>
            </a:r>
            <a:br>
              <a:rPr lang="en-US" dirty="0"/>
            </a:br>
            <a:r>
              <a:rPr lang="en-US" dirty="0"/>
              <a:t>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526FD41-E817-DE42-BB93-ADDB4D33D1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5062" y="5355772"/>
            <a:ext cx="5610451" cy="41801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000" b="0" kern="1200" dirty="0">
                <a:solidFill>
                  <a:schemeClr val="bg1"/>
                </a:solidFill>
                <a:effectLst/>
                <a:latin typeface="TESCO Modern" panose="0200050603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date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50293-381B-0C44-A980-D0EA78AFE1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4496889"/>
            <a:ext cx="6948486" cy="786311"/>
          </a:xfrm>
        </p:spPr>
        <p:txBody>
          <a:bodyPr anchor="t" anchorCtr="0"/>
          <a:lstStyle>
            <a:lvl1pPr>
              <a:spcAft>
                <a:spcPts val="0"/>
              </a:spcAft>
              <a:defRPr sz="2200" b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lvl="0"/>
            <a:r>
              <a:rPr lang="en-GB" dirty="0"/>
              <a:t>Click to add presenter’s name, title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7F365-5B84-4B5A-BA21-A2E4C095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5062" y="343671"/>
            <a:ext cx="4451350" cy="1489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pic>
        <p:nvPicPr>
          <p:cNvPr id="8" name="Picture 7" descr="A red and blue logo&#10;&#10;Description automatically generated">
            <a:extLst>
              <a:ext uri="{FF2B5EF4-FFF2-40B4-BE49-F238E27FC236}">
                <a16:creationId xmlns:a16="http://schemas.microsoft.com/office/drawing/2014/main" id="{4597AC44-3ABC-FDBE-DD1A-320EBB9349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871" y="6079327"/>
            <a:ext cx="2055962" cy="5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832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3" descr="A person wearing a blue hat and holding a bunch of bananas&#10;&#10;Description automatically generated with medium confidence">
            <a:extLst>
              <a:ext uri="{FF2B5EF4-FFF2-40B4-BE49-F238E27FC236}">
                <a16:creationId xmlns:a16="http://schemas.microsoft.com/office/drawing/2014/main" id="{2245E0C1-B0F5-F043-BDDC-7A6122B4B3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1200" y="-763"/>
            <a:ext cx="12192000" cy="58975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0A1494-7ABD-4AFA-BA22-E956D61DDC99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5289" y="656408"/>
            <a:ext cx="6948486" cy="29046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8000"/>
              </a:lnSpc>
              <a:defRPr sz="6600" spc="-30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here</a:t>
            </a:r>
            <a:br>
              <a:rPr lang="en-US" dirty="0"/>
            </a:br>
            <a:r>
              <a:rPr lang="en-US" dirty="0"/>
              <a:t>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526FD41-E817-DE42-BB93-ADDB4D33D1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5062" y="5355772"/>
            <a:ext cx="5610451" cy="41801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000" b="0" kern="1200" dirty="0">
                <a:solidFill>
                  <a:schemeClr val="bg1"/>
                </a:solidFill>
                <a:effectLst/>
                <a:latin typeface="TESCO Modern" panose="0200050603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date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50293-381B-0C44-A980-D0EA78AFE1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4496889"/>
            <a:ext cx="6948486" cy="786311"/>
          </a:xfrm>
        </p:spPr>
        <p:txBody>
          <a:bodyPr anchor="t" anchorCtr="0"/>
          <a:lstStyle>
            <a:lvl1pPr>
              <a:spcAft>
                <a:spcPts val="0"/>
              </a:spcAft>
              <a:defRPr sz="2200" b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lvl="0"/>
            <a:r>
              <a:rPr lang="en-GB" dirty="0"/>
              <a:t>Click to add presenter’s name, title</a:t>
            </a:r>
            <a:endParaRPr lang="en-US" dirty="0"/>
          </a:p>
        </p:txBody>
      </p:sp>
      <p:pic>
        <p:nvPicPr>
          <p:cNvPr id="4" name="Picture 3" descr="A red and blue logo&#10;&#10;Description automatically generated">
            <a:extLst>
              <a:ext uri="{FF2B5EF4-FFF2-40B4-BE49-F238E27FC236}">
                <a16:creationId xmlns:a16="http://schemas.microsoft.com/office/drawing/2014/main" id="{4407DA57-F17B-24C8-1C5F-D6894E7032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871" y="6079327"/>
            <a:ext cx="2055962" cy="5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69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nfo Box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F8F267-B3A7-426C-B891-1B3CD5DCA16E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34BDE93-00CA-A749-9B86-6E101CDA6C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5289" y="656408"/>
            <a:ext cx="6948486" cy="29046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8000"/>
              </a:lnSpc>
              <a:defRPr sz="6600" spc="-30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here</a:t>
            </a:r>
            <a:br>
              <a:rPr lang="en-US" dirty="0"/>
            </a:br>
            <a:r>
              <a:rPr lang="en-US" dirty="0"/>
              <a:t>to add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5DA1B55-15BF-B04E-971C-3133A8DBC7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5062" y="5355772"/>
            <a:ext cx="5610451" cy="41801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000" b="0" kern="1200" dirty="0">
                <a:solidFill>
                  <a:schemeClr val="bg1"/>
                </a:solidFill>
                <a:effectLst/>
                <a:latin typeface="TESCO Modern" panose="0200050603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date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746C292-9B55-E445-A539-2D21B0EF86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4496889"/>
            <a:ext cx="6948486" cy="786311"/>
          </a:xfrm>
        </p:spPr>
        <p:txBody>
          <a:bodyPr anchor="t" anchorCtr="0"/>
          <a:lstStyle>
            <a:lvl1pPr>
              <a:spcAft>
                <a:spcPts val="0"/>
              </a:spcAft>
              <a:defRPr sz="2200" b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lvl="0"/>
            <a:r>
              <a:rPr lang="en-GB" dirty="0"/>
              <a:t>Click to add presenter’s name, title</a:t>
            </a:r>
            <a:endParaRPr lang="en-US" dirty="0"/>
          </a:p>
        </p:txBody>
      </p:sp>
      <p:pic>
        <p:nvPicPr>
          <p:cNvPr id="2" name="Picture 1" descr="A red and blue logo&#10;&#10;Description automatically generated">
            <a:extLst>
              <a:ext uri="{FF2B5EF4-FFF2-40B4-BE49-F238E27FC236}">
                <a16:creationId xmlns:a16="http://schemas.microsoft.com/office/drawing/2014/main" id="{D88B977A-0E77-8A84-1E1C-221E50EB30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871" y="6079327"/>
            <a:ext cx="2055962" cy="5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8747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Large 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9AC704D-7965-4A14-AFB7-84C795D77B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5288" y="3218688"/>
            <a:ext cx="5920168" cy="28241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75000"/>
              </a:lnSpc>
              <a:defRPr sz="8800" b="0" spc="-3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0223A13-E3D5-D74A-A941-461B7DFEDB64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562000" y="0"/>
            <a:ext cx="6630000" cy="5623200"/>
          </a:xfrm>
          <a:custGeom>
            <a:avLst/>
            <a:gdLst>
              <a:gd name="connsiteX0" fmla="*/ 218232 w 6630000"/>
              <a:gd name="connsiteY0" fmla="*/ 0 h 5623200"/>
              <a:gd name="connsiteX1" fmla="*/ 6630000 w 6630000"/>
              <a:gd name="connsiteY1" fmla="*/ 0 h 5623200"/>
              <a:gd name="connsiteX2" fmla="*/ 6630000 w 6630000"/>
              <a:gd name="connsiteY2" fmla="*/ 4915659 h 5623200"/>
              <a:gd name="connsiteX3" fmla="*/ 6491743 w 6630000"/>
              <a:gd name="connsiteY3" fmla="*/ 5004294 h 5623200"/>
              <a:gd name="connsiteX4" fmla="*/ 4275000 w 6630000"/>
              <a:gd name="connsiteY4" fmla="*/ 5623200 h 5623200"/>
              <a:gd name="connsiteX5" fmla="*/ 0 w 6630000"/>
              <a:gd name="connsiteY5" fmla="*/ 1348200 h 5623200"/>
              <a:gd name="connsiteX6" fmla="*/ 192196 w 6630000"/>
              <a:gd name="connsiteY6" fmla="*/ 76946 h 562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0000" h="5623200">
                <a:moveTo>
                  <a:pt x="218232" y="0"/>
                </a:moveTo>
                <a:lnTo>
                  <a:pt x="6630000" y="0"/>
                </a:lnTo>
                <a:lnTo>
                  <a:pt x="6630000" y="4915659"/>
                </a:lnTo>
                <a:lnTo>
                  <a:pt x="6491743" y="5004294"/>
                </a:lnTo>
                <a:cubicBezTo>
                  <a:pt x="5845376" y="5397036"/>
                  <a:pt x="5086600" y="5623200"/>
                  <a:pt x="4275000" y="5623200"/>
                </a:cubicBezTo>
                <a:cubicBezTo>
                  <a:pt x="1913983" y="5623200"/>
                  <a:pt x="0" y="3709217"/>
                  <a:pt x="0" y="1348200"/>
                </a:cubicBezTo>
                <a:cubicBezTo>
                  <a:pt x="0" y="905510"/>
                  <a:pt x="67289" y="478535"/>
                  <a:pt x="192196" y="7694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35C7670-8B15-1948-8BF4-8FC81A0A1F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5063" y="395288"/>
            <a:ext cx="5079146" cy="41801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000" b="0" kern="1200" dirty="0">
                <a:solidFill>
                  <a:schemeClr val="tx1"/>
                </a:solidFill>
                <a:effectLst/>
                <a:latin typeface="TESCO Modern" panose="0200050603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date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0B95241-398C-704B-8477-7C506BEF42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5288" y="5933144"/>
            <a:ext cx="5166712" cy="327673"/>
          </a:xfrm>
        </p:spPr>
        <p:txBody>
          <a:bodyPr anchor="t" anchorCtr="0"/>
          <a:lstStyle>
            <a:lvl1pPr>
              <a:spcAft>
                <a:spcPts val="0"/>
              </a:spcAft>
              <a:defRPr sz="22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en-GB" dirty="0"/>
              <a:t>Click to add presenter’s name, title</a:t>
            </a:r>
            <a:endParaRPr lang="en-US" dirty="0"/>
          </a:p>
        </p:txBody>
      </p:sp>
      <p:pic>
        <p:nvPicPr>
          <p:cNvPr id="3" name="Picture 2" descr="A red and blue logo&#10;&#10;Description automatically generated">
            <a:extLst>
              <a:ext uri="{FF2B5EF4-FFF2-40B4-BE49-F238E27FC236}">
                <a16:creationId xmlns:a16="http://schemas.microsoft.com/office/drawing/2014/main" id="{B3BBF459-90B5-C12F-0EF0-B7E235A27F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871" y="6079327"/>
            <a:ext cx="2055962" cy="5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4057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50293-381B-0C44-A980-D0EA78AFE1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3627" y="3331029"/>
            <a:ext cx="4106686" cy="509451"/>
          </a:xfrm>
        </p:spPr>
        <p:txBody>
          <a:bodyPr anchor="t" anchorCtr="0"/>
          <a:lstStyle>
            <a:lvl1pPr>
              <a:spcAft>
                <a:spcPts val="0"/>
              </a:spcAft>
              <a:defRPr sz="2000" b="0">
                <a:solidFill>
                  <a:schemeClr val="accent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GB" dirty="0"/>
              <a:t>Click to add name or date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1EB1CA-D956-564A-BABC-2B31B1CC560B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59116EE-CBE2-214B-9FF2-C05BF9D1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 descr="A red and blue logo&#10;&#10;Description automatically generated">
            <a:extLst>
              <a:ext uri="{FF2B5EF4-FFF2-40B4-BE49-F238E27FC236}">
                <a16:creationId xmlns:a16="http://schemas.microsoft.com/office/drawing/2014/main" id="{BD2E8F09-475C-69A6-D14C-E98C3494E0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871" y="6079327"/>
            <a:ext cx="2055962" cy="5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67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627" y="483327"/>
            <a:ext cx="4106686" cy="257102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8000"/>
              </a:lnSpc>
              <a:defRPr sz="5600" spc="-3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Click here</a:t>
            </a:r>
            <a:br>
              <a:rPr lang="en-US" dirty="0"/>
            </a:br>
            <a:r>
              <a:rPr lang="en-US" dirty="0"/>
              <a:t>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50293-381B-0C44-A980-D0EA78AFE1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3627" y="3331029"/>
            <a:ext cx="4106686" cy="509451"/>
          </a:xfrm>
        </p:spPr>
        <p:txBody>
          <a:bodyPr anchor="t" anchorCtr="0"/>
          <a:lstStyle>
            <a:lvl1pPr>
              <a:spcAft>
                <a:spcPts val="0"/>
              </a:spcAft>
              <a:defRPr sz="2000" b="0">
                <a:solidFill>
                  <a:schemeClr val="accent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GB" dirty="0"/>
              <a:t>Click to add name or date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1EB1CA-D956-564A-BABC-2B31B1CC560B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pic>
        <p:nvPicPr>
          <p:cNvPr id="3" name="Picture 2" descr="A red and blue logo&#10;&#10;Description automatically generated">
            <a:extLst>
              <a:ext uri="{FF2B5EF4-FFF2-40B4-BE49-F238E27FC236}">
                <a16:creationId xmlns:a16="http://schemas.microsoft.com/office/drawing/2014/main" id="{B3949F36-A933-1655-3504-E2AA7B866D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871" y="6079327"/>
            <a:ext cx="2055962" cy="5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898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627" y="483327"/>
            <a:ext cx="4106686" cy="257102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8000"/>
              </a:lnSpc>
              <a:defRPr sz="5600" spc="-3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Click here</a:t>
            </a:r>
            <a:br>
              <a:rPr lang="en-US" dirty="0"/>
            </a:br>
            <a:r>
              <a:rPr lang="en-US" dirty="0"/>
              <a:t>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50293-381B-0C44-A980-D0EA78AFE1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3627" y="3331029"/>
            <a:ext cx="4106686" cy="509451"/>
          </a:xfrm>
        </p:spPr>
        <p:txBody>
          <a:bodyPr anchor="t" anchorCtr="0"/>
          <a:lstStyle>
            <a:lvl1pPr>
              <a:spcAft>
                <a:spcPts val="0"/>
              </a:spcAft>
              <a:defRPr sz="2000" b="0">
                <a:solidFill>
                  <a:schemeClr val="accent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GB" dirty="0"/>
              <a:t>Click to add name or date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1EB1CA-D956-564A-BABC-2B31B1CC560B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pic>
        <p:nvPicPr>
          <p:cNvPr id="3" name="Picture 2" descr="A red and blue logo&#10;&#10;Description automatically generated">
            <a:extLst>
              <a:ext uri="{FF2B5EF4-FFF2-40B4-BE49-F238E27FC236}">
                <a16:creationId xmlns:a16="http://schemas.microsoft.com/office/drawing/2014/main" id="{E833E329-26C5-FFB3-B51D-49D137786E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871" y="6079327"/>
            <a:ext cx="2055962" cy="5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350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Temp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627" y="483327"/>
            <a:ext cx="4106686" cy="257102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8000"/>
              </a:lnSpc>
              <a:defRPr sz="5600" spc="-3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Insert background</a:t>
            </a:r>
            <a:br>
              <a:rPr lang="en-US" dirty="0"/>
            </a:br>
            <a:r>
              <a:rPr lang="en-US" dirty="0"/>
              <a:t>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50293-381B-0C44-A980-D0EA78AFE1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3627" y="3331029"/>
            <a:ext cx="4106686" cy="509451"/>
          </a:xfrm>
        </p:spPr>
        <p:txBody>
          <a:bodyPr anchor="t" anchorCtr="0"/>
          <a:lstStyle>
            <a:lvl1pPr>
              <a:spcAft>
                <a:spcPts val="0"/>
              </a:spcAft>
              <a:defRPr sz="2000" b="0">
                <a:solidFill>
                  <a:schemeClr val="accent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US" dirty="0"/>
              <a:t>Visit BAMS for image options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1EB1CA-D956-564A-BABC-2B31B1CC560B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7FA30CF4-A3A0-7647-B75A-420655B253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black">
          <a:xfrm>
            <a:off x="0" y="0"/>
            <a:ext cx="12192000" cy="5892419"/>
          </a:xfrm>
          <a:custGeom>
            <a:avLst/>
            <a:gdLst>
              <a:gd name="connsiteX0" fmla="*/ 0 w 12192000"/>
              <a:gd name="connsiteY0" fmla="*/ 0 h 5892419"/>
              <a:gd name="connsiteX1" fmla="*/ 200591 w 12192000"/>
              <a:gd name="connsiteY1" fmla="*/ 0 h 5892419"/>
              <a:gd name="connsiteX2" fmla="*/ 575733 w 12192000"/>
              <a:gd name="connsiteY2" fmla="*/ 0 h 5892419"/>
              <a:gd name="connsiteX3" fmla="*/ 584905 w 12192000"/>
              <a:gd name="connsiteY3" fmla="*/ 0 h 5892419"/>
              <a:gd name="connsiteX4" fmla="*/ 584905 w 12192000"/>
              <a:gd name="connsiteY4" fmla="*/ 4055533 h 5892419"/>
              <a:gd name="connsiteX5" fmla="*/ 5410200 w 12192000"/>
              <a:gd name="connsiteY5" fmla="*/ 4055533 h 5892419"/>
              <a:gd name="connsiteX6" fmla="*/ 5410200 w 12192000"/>
              <a:gd name="connsiteY6" fmla="*/ 4044951 h 5892419"/>
              <a:gd name="connsiteX7" fmla="*/ 5416550 w 12192000"/>
              <a:gd name="connsiteY7" fmla="*/ 4044951 h 5892419"/>
              <a:gd name="connsiteX8" fmla="*/ 5416550 w 12192000"/>
              <a:gd name="connsiteY8" fmla="*/ 3048 h 5892419"/>
              <a:gd name="connsiteX9" fmla="*/ 5410200 w 12192000"/>
              <a:gd name="connsiteY9" fmla="*/ 3048 h 5892419"/>
              <a:gd name="connsiteX10" fmla="*/ 5410200 w 12192000"/>
              <a:gd name="connsiteY10" fmla="*/ 0 h 5892419"/>
              <a:gd name="connsiteX11" fmla="*/ 12192000 w 12192000"/>
              <a:gd name="connsiteY11" fmla="*/ 0 h 5892419"/>
              <a:gd name="connsiteX12" fmla="*/ 12192000 w 12192000"/>
              <a:gd name="connsiteY12" fmla="*/ 5892419 h 5892419"/>
              <a:gd name="connsiteX13" fmla="*/ 0 w 12192000"/>
              <a:gd name="connsiteY13" fmla="*/ 5892419 h 5892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5892419">
                <a:moveTo>
                  <a:pt x="0" y="0"/>
                </a:moveTo>
                <a:lnTo>
                  <a:pt x="200591" y="0"/>
                </a:lnTo>
                <a:lnTo>
                  <a:pt x="575733" y="0"/>
                </a:lnTo>
                <a:lnTo>
                  <a:pt x="584905" y="0"/>
                </a:lnTo>
                <a:lnTo>
                  <a:pt x="584905" y="4055533"/>
                </a:lnTo>
                <a:lnTo>
                  <a:pt x="5410200" y="4055533"/>
                </a:lnTo>
                <a:lnTo>
                  <a:pt x="5410200" y="4044951"/>
                </a:lnTo>
                <a:lnTo>
                  <a:pt x="5416550" y="4044951"/>
                </a:lnTo>
                <a:lnTo>
                  <a:pt x="5416550" y="3048"/>
                </a:lnTo>
                <a:lnTo>
                  <a:pt x="5410200" y="3048"/>
                </a:lnTo>
                <a:lnTo>
                  <a:pt x="5410200" y="0"/>
                </a:lnTo>
                <a:lnTo>
                  <a:pt x="12192000" y="0"/>
                </a:lnTo>
                <a:lnTo>
                  <a:pt x="12192000" y="5892419"/>
                </a:lnTo>
                <a:lnTo>
                  <a:pt x="0" y="589241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rIns="1872000" anchor="ctr">
            <a:noAutofit/>
          </a:bodyPr>
          <a:lstStyle>
            <a:lvl1pPr marL="0" indent="0" algn="r">
              <a:tabLst>
                <a:tab pos="243840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3" name="Picture 2" descr="A red and blue logo&#10;&#10;Description automatically generated">
            <a:extLst>
              <a:ext uri="{FF2B5EF4-FFF2-40B4-BE49-F238E27FC236}">
                <a16:creationId xmlns:a16="http://schemas.microsoft.com/office/drawing/2014/main" id="{8A111B9F-8220-2FF2-0CCC-0545836E29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871" y="6079327"/>
            <a:ext cx="2055962" cy="5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94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Quot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edia Placeholder 14">
            <a:extLst>
              <a:ext uri="{FF2B5EF4-FFF2-40B4-BE49-F238E27FC236}">
                <a16:creationId xmlns:a16="http://schemas.microsoft.com/office/drawing/2014/main" id="{9B29E03F-646A-45B2-8848-64C25CF52CE1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 bwMode="black">
          <a:xfrm>
            <a:off x="3293398" y="2996911"/>
            <a:ext cx="2712115" cy="3044420"/>
          </a:xfrm>
          <a:custGeom>
            <a:avLst/>
            <a:gdLst>
              <a:gd name="connsiteX0" fmla="*/ 0 w 2744787"/>
              <a:gd name="connsiteY0" fmla="*/ 0 h 3044420"/>
              <a:gd name="connsiteX1" fmla="*/ 2744787 w 2744787"/>
              <a:gd name="connsiteY1" fmla="*/ 0 h 3044420"/>
              <a:gd name="connsiteX2" fmla="*/ 2744787 w 2744787"/>
              <a:gd name="connsiteY2" fmla="*/ 2736850 h 3044420"/>
              <a:gd name="connsiteX3" fmla="*/ 2533247 w 2744787"/>
              <a:gd name="connsiteY3" fmla="*/ 2736850 h 3044420"/>
              <a:gd name="connsiteX4" fmla="*/ 2225676 w 2744787"/>
              <a:gd name="connsiteY4" fmla="*/ 3044420 h 3044420"/>
              <a:gd name="connsiteX5" fmla="*/ 1918107 w 2744787"/>
              <a:gd name="connsiteY5" fmla="*/ 2736850 h 3044420"/>
              <a:gd name="connsiteX6" fmla="*/ 0 w 2744787"/>
              <a:gd name="connsiteY6" fmla="*/ 2736850 h 304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44787" h="3044420">
                <a:moveTo>
                  <a:pt x="0" y="0"/>
                </a:moveTo>
                <a:lnTo>
                  <a:pt x="2744787" y="0"/>
                </a:lnTo>
                <a:lnTo>
                  <a:pt x="2744787" y="2736850"/>
                </a:lnTo>
                <a:lnTo>
                  <a:pt x="2533247" y="2736850"/>
                </a:lnTo>
                <a:lnTo>
                  <a:pt x="2225676" y="3044420"/>
                </a:lnTo>
                <a:lnTo>
                  <a:pt x="1918107" y="2736850"/>
                </a:lnTo>
                <a:lnTo>
                  <a:pt x="0" y="27368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Click icon to add media</a:t>
            </a:r>
            <a:endParaRPr lang="en-GB"/>
          </a:p>
        </p:txBody>
      </p:sp>
      <p:sp>
        <p:nvSpPr>
          <p:cNvPr id="16" name="Media Placeholder 15">
            <a:extLst>
              <a:ext uri="{FF2B5EF4-FFF2-40B4-BE49-F238E27FC236}">
                <a16:creationId xmlns:a16="http://schemas.microsoft.com/office/drawing/2014/main" id="{212B6994-A614-4152-88EF-23F034FB9457}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 bwMode="black">
          <a:xfrm>
            <a:off x="6188998" y="1268228"/>
            <a:ext cx="2706793" cy="3044420"/>
          </a:xfrm>
          <a:custGeom>
            <a:avLst/>
            <a:gdLst>
              <a:gd name="connsiteX0" fmla="*/ 0 w 2744787"/>
              <a:gd name="connsiteY0" fmla="*/ 0 h 3044420"/>
              <a:gd name="connsiteX1" fmla="*/ 2744787 w 2744787"/>
              <a:gd name="connsiteY1" fmla="*/ 0 h 3044420"/>
              <a:gd name="connsiteX2" fmla="*/ 2744787 w 2744787"/>
              <a:gd name="connsiteY2" fmla="*/ 2736850 h 3044420"/>
              <a:gd name="connsiteX3" fmla="*/ 2533247 w 2744787"/>
              <a:gd name="connsiteY3" fmla="*/ 2736850 h 3044420"/>
              <a:gd name="connsiteX4" fmla="*/ 2225676 w 2744787"/>
              <a:gd name="connsiteY4" fmla="*/ 3044420 h 3044420"/>
              <a:gd name="connsiteX5" fmla="*/ 1918107 w 2744787"/>
              <a:gd name="connsiteY5" fmla="*/ 2736850 h 3044420"/>
              <a:gd name="connsiteX6" fmla="*/ 0 w 2744787"/>
              <a:gd name="connsiteY6" fmla="*/ 2736850 h 304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44787" h="3044420">
                <a:moveTo>
                  <a:pt x="0" y="0"/>
                </a:moveTo>
                <a:lnTo>
                  <a:pt x="2744787" y="0"/>
                </a:lnTo>
                <a:lnTo>
                  <a:pt x="2744787" y="2736850"/>
                </a:lnTo>
                <a:lnTo>
                  <a:pt x="2533247" y="2736850"/>
                </a:lnTo>
                <a:lnTo>
                  <a:pt x="2225676" y="3044420"/>
                </a:lnTo>
                <a:lnTo>
                  <a:pt x="1918107" y="2736850"/>
                </a:lnTo>
                <a:lnTo>
                  <a:pt x="0" y="2736850"/>
                </a:lnTo>
                <a:close/>
              </a:path>
            </a:pathLst>
          </a:custGeom>
          <a:solidFill>
            <a:srgbClr val="F1F0F0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Click icon to add media</a:t>
            </a:r>
            <a:endParaRPr lang="en-GB"/>
          </a:p>
        </p:txBody>
      </p:sp>
      <p:sp>
        <p:nvSpPr>
          <p:cNvPr id="17" name="Media Placeholder 16">
            <a:extLst>
              <a:ext uri="{FF2B5EF4-FFF2-40B4-BE49-F238E27FC236}">
                <a16:creationId xmlns:a16="http://schemas.microsoft.com/office/drawing/2014/main" id="{5201B325-62CC-42FD-A7BE-1C1FC2864B6D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 bwMode="black">
          <a:xfrm>
            <a:off x="9080500" y="2406849"/>
            <a:ext cx="2703276" cy="3044420"/>
          </a:xfrm>
          <a:custGeom>
            <a:avLst/>
            <a:gdLst>
              <a:gd name="connsiteX0" fmla="*/ 0 w 2744787"/>
              <a:gd name="connsiteY0" fmla="*/ 0 h 3044420"/>
              <a:gd name="connsiteX1" fmla="*/ 2744787 w 2744787"/>
              <a:gd name="connsiteY1" fmla="*/ 0 h 3044420"/>
              <a:gd name="connsiteX2" fmla="*/ 2744787 w 2744787"/>
              <a:gd name="connsiteY2" fmla="*/ 2736850 h 3044420"/>
              <a:gd name="connsiteX3" fmla="*/ 2533247 w 2744787"/>
              <a:gd name="connsiteY3" fmla="*/ 2736850 h 3044420"/>
              <a:gd name="connsiteX4" fmla="*/ 2225676 w 2744787"/>
              <a:gd name="connsiteY4" fmla="*/ 3044420 h 3044420"/>
              <a:gd name="connsiteX5" fmla="*/ 1918107 w 2744787"/>
              <a:gd name="connsiteY5" fmla="*/ 2736850 h 3044420"/>
              <a:gd name="connsiteX6" fmla="*/ 0 w 2744787"/>
              <a:gd name="connsiteY6" fmla="*/ 2736850 h 304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44787" h="3044420">
                <a:moveTo>
                  <a:pt x="0" y="0"/>
                </a:moveTo>
                <a:lnTo>
                  <a:pt x="2744787" y="0"/>
                </a:lnTo>
                <a:lnTo>
                  <a:pt x="2744787" y="2736850"/>
                </a:lnTo>
                <a:lnTo>
                  <a:pt x="2533247" y="2736850"/>
                </a:lnTo>
                <a:lnTo>
                  <a:pt x="2225676" y="3044420"/>
                </a:lnTo>
                <a:lnTo>
                  <a:pt x="1918107" y="2736850"/>
                </a:lnTo>
                <a:lnTo>
                  <a:pt x="0" y="27368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Click icon to add media</a:t>
            </a:r>
            <a:endParaRPr lang="en-GB"/>
          </a:p>
        </p:txBody>
      </p:sp>
      <p:sp>
        <p:nvSpPr>
          <p:cNvPr id="14" name="Media Placeholder 13">
            <a:extLst>
              <a:ext uri="{FF2B5EF4-FFF2-40B4-BE49-F238E27FC236}">
                <a16:creationId xmlns:a16="http://schemas.microsoft.com/office/drawing/2014/main" id="{37986B13-2570-4179-8050-E2654C127CF8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 bwMode="black">
          <a:xfrm>
            <a:off x="395288" y="2055813"/>
            <a:ext cx="2714625" cy="3044420"/>
          </a:xfrm>
          <a:custGeom>
            <a:avLst/>
            <a:gdLst>
              <a:gd name="connsiteX0" fmla="*/ 0 w 2744787"/>
              <a:gd name="connsiteY0" fmla="*/ 0 h 3044420"/>
              <a:gd name="connsiteX1" fmla="*/ 2744787 w 2744787"/>
              <a:gd name="connsiteY1" fmla="*/ 0 h 3044420"/>
              <a:gd name="connsiteX2" fmla="*/ 2744787 w 2744787"/>
              <a:gd name="connsiteY2" fmla="*/ 2736850 h 3044420"/>
              <a:gd name="connsiteX3" fmla="*/ 2533247 w 2744787"/>
              <a:gd name="connsiteY3" fmla="*/ 2736850 h 3044420"/>
              <a:gd name="connsiteX4" fmla="*/ 2225676 w 2744787"/>
              <a:gd name="connsiteY4" fmla="*/ 3044420 h 3044420"/>
              <a:gd name="connsiteX5" fmla="*/ 1918107 w 2744787"/>
              <a:gd name="connsiteY5" fmla="*/ 2736850 h 3044420"/>
              <a:gd name="connsiteX6" fmla="*/ 0 w 2744787"/>
              <a:gd name="connsiteY6" fmla="*/ 2736850 h 304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44787" h="3044420">
                <a:moveTo>
                  <a:pt x="0" y="0"/>
                </a:moveTo>
                <a:lnTo>
                  <a:pt x="2744787" y="0"/>
                </a:lnTo>
                <a:lnTo>
                  <a:pt x="2744787" y="2736850"/>
                </a:lnTo>
                <a:lnTo>
                  <a:pt x="2533247" y="2736850"/>
                </a:lnTo>
                <a:lnTo>
                  <a:pt x="2225676" y="3044420"/>
                </a:lnTo>
                <a:lnTo>
                  <a:pt x="1918107" y="2736850"/>
                </a:lnTo>
                <a:lnTo>
                  <a:pt x="0" y="2736850"/>
                </a:lnTo>
                <a:close/>
              </a:path>
            </a:pathLst>
          </a:custGeom>
          <a:solidFill>
            <a:srgbClr val="F1F0F0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Click icon to add media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FBEEC-469A-4BBF-8737-8F28A16D4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DEFD0C-6DA6-4221-9C15-4F4C5B0986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16D1F03-5AD8-455C-BF5F-794358210A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A1515-7905-4DD3-8B88-38DFA503D4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2906" y="2280170"/>
            <a:ext cx="2519389" cy="2461719"/>
          </a:xfrm>
          <a:solidFill>
            <a:srgbClr val="F1F0F0"/>
          </a:solidFill>
        </p:spPr>
        <p:txBody>
          <a:bodyPr/>
          <a:lstStyle>
            <a:lvl1pPr>
              <a:lnSpc>
                <a:spcPct val="98000"/>
              </a:lnSpc>
              <a:defRPr sz="1500"/>
            </a:lvl1pPr>
          </a:lstStyle>
          <a:p>
            <a:pPr lvl="0"/>
            <a:r>
              <a:rPr lang="en-US" dirty="0"/>
              <a:t>Click to edit quotation</a:t>
            </a:r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B53A602-EBB5-4156-86D2-9FD7A3F6D8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9761" y="3215303"/>
            <a:ext cx="2519389" cy="2461719"/>
          </a:xfrm>
          <a:noFill/>
        </p:spPr>
        <p:txBody>
          <a:bodyPr/>
          <a:lstStyle>
            <a:lvl1pPr>
              <a:lnSpc>
                <a:spcPct val="98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quotation</a:t>
            </a:r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207D0EB-09A9-4378-826F-3AA5A016F4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2700" y="1484025"/>
            <a:ext cx="2519389" cy="2461719"/>
          </a:xfrm>
          <a:solidFill>
            <a:srgbClr val="F1F0F0"/>
          </a:solidFill>
        </p:spPr>
        <p:txBody>
          <a:bodyPr/>
          <a:lstStyle>
            <a:lvl1pPr>
              <a:lnSpc>
                <a:spcPct val="98000"/>
              </a:lnSpc>
              <a:defRPr sz="1500"/>
            </a:lvl1pPr>
          </a:lstStyle>
          <a:p>
            <a:pPr lvl="0"/>
            <a:r>
              <a:rPr lang="en-US" dirty="0"/>
              <a:t>Click to edit quotation</a:t>
            </a:r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A89BCDE-9F57-4706-8EDC-F787BAB020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72444" y="2616615"/>
            <a:ext cx="2519389" cy="2461719"/>
          </a:xfrm>
          <a:noFill/>
        </p:spPr>
        <p:txBody>
          <a:bodyPr/>
          <a:lstStyle>
            <a:lvl1pPr>
              <a:lnSpc>
                <a:spcPct val="98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quotation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88710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518E12E-DD66-4295-9460-DC9A8D3884C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306008" y="2466000"/>
            <a:ext cx="2809428" cy="280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E815-DFEB-4535-832B-47113EFE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49E38-5231-4B57-A957-68836AE7B7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7EBF27AB-271C-478D-B73F-3ED3E26123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20E2A7-CE94-4267-9190-506565B41434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248534" y="2664000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CE7F66-1926-4E45-B807-40EE0AD954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008" y="5461755"/>
            <a:ext cx="2803905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6AB10830-E625-491E-9945-3A16EA8581F1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234387" y="1413053"/>
            <a:ext cx="2809428" cy="280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46BBEC8-27F4-42C2-B432-A3175604E1AA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3176913" y="1611053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AA41A8E-5552-49A8-879A-3AC8BAABFEC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9187" y="4408808"/>
            <a:ext cx="2796327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F77D6E-792A-4707-A5BC-DC5FD0EEC80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162766" y="2466000"/>
            <a:ext cx="2809428" cy="280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F6C518B-9B13-4B20-9138-47BBD26BE20B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6105292" y="2664000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0973ED22-4EA4-45FB-A106-95146F44DD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37567" y="5461755"/>
            <a:ext cx="2829106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B02C5EA8-D029-44AD-833F-7A3C70A6B124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9091146" y="1304818"/>
            <a:ext cx="2809428" cy="280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9B04142-1CA8-4AA9-B84F-FA4E3AA3EE42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9033672" y="1502818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873D053-DD55-4263-90DD-5251755B2F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0500" y="4300573"/>
            <a:ext cx="2718786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80218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key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518E12E-DD66-4295-9460-DC9A8D3884C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13904" y="1751500"/>
            <a:ext cx="3240000" cy="32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E815-DFEB-4535-832B-47113EFE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49E38-5231-4B57-A957-68836AE7B7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7EBF27AB-271C-478D-B73F-3ED3E26123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20E2A7-CE94-4267-9190-506565B41434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35536" y="1812700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CE7F66-1926-4E45-B807-40EE0AD954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905" y="5165504"/>
            <a:ext cx="3239999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6AB10830-E625-491E-9945-3A16EA8581F1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4476000" y="1751500"/>
            <a:ext cx="3240000" cy="32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46BBEC8-27F4-42C2-B432-A3175604E1AA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4504341" y="1812700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F77D6E-792A-4707-A5BC-DC5FD0EEC80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8334579" y="1751500"/>
            <a:ext cx="3240000" cy="32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F6C518B-9B13-4B20-9138-47BBD26BE20B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8354611" y="1812700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A8A53175-6B49-435F-B4C4-DA69014440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76001" y="5165504"/>
            <a:ext cx="3239999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CF7BA07-91E6-403F-BE84-72699470DD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34580" y="5165504"/>
            <a:ext cx="3239999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7476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topics text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E815-DFEB-4535-832B-47113EFE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49E38-5231-4B57-A957-68836AE7B7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7EBF27AB-271C-478D-B73F-3ED3E26123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BF1751-1526-413F-A8CC-D0765661B235}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396000" y="2106000"/>
            <a:ext cx="2520000" cy="252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defRPr lang="en-GB" sz="20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CCF0993-25E9-4314-AC17-DF8976998DD1}"/>
              </a:ext>
            </a:extLst>
          </p:cNvPr>
          <p:cNvSpPr>
            <a:spLocks noGrp="1" noChangeAspect="1"/>
          </p:cNvSpPr>
          <p:nvPr>
            <p:ph type="body" sz="quarter" idx="24"/>
          </p:nvPr>
        </p:nvSpPr>
        <p:spPr>
          <a:xfrm>
            <a:off x="6315416" y="2106000"/>
            <a:ext cx="2520000" cy="252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defRPr lang="en-GB" sz="20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20E2A7-CE94-4267-9190-506565B41434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396000" y="2052000"/>
            <a:ext cx="630001" cy="630000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F6C518B-9B13-4B20-9138-47BBD26BE20B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6315416" y="2052000"/>
            <a:ext cx="630001" cy="630000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5AFD907-C9CC-4844-8A4F-50AC805DC3D0}"/>
              </a:ext>
            </a:extLst>
          </p:cNvPr>
          <p:cNvSpPr>
            <a:spLocks noGrp="1" noChangeAspect="1"/>
          </p:cNvSpPr>
          <p:nvPr>
            <p:ph type="body" sz="quarter" idx="23"/>
          </p:nvPr>
        </p:nvSpPr>
        <p:spPr>
          <a:xfrm>
            <a:off x="3355708" y="2106000"/>
            <a:ext cx="2520000" cy="252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defRPr lang="en-GB" sz="20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46BBEC8-27F4-42C2-B432-A3175604E1AA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3355708" y="2052000"/>
            <a:ext cx="630001" cy="630000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A3410F1-1263-4670-967B-C455E6A878AB}"/>
              </a:ext>
            </a:extLst>
          </p:cNvPr>
          <p:cNvSpPr>
            <a:spLocks noGrp="1" noChangeAspect="1"/>
          </p:cNvSpPr>
          <p:nvPr>
            <p:ph type="body" sz="quarter" idx="25"/>
          </p:nvPr>
        </p:nvSpPr>
        <p:spPr>
          <a:xfrm>
            <a:off x="9275125" y="2106000"/>
            <a:ext cx="2520000" cy="252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defRPr lang="en-GB" sz="20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D7DFF42-5474-4848-9A51-F33F84ACA599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9275125" y="2052000"/>
            <a:ext cx="630001" cy="630000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A410F430-BDAF-064E-BFCF-29A97E0320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288" y="4830061"/>
            <a:ext cx="2520712" cy="255488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FDED0B88-90C4-3741-9A20-02C9798E91B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57419" y="4830061"/>
            <a:ext cx="2520712" cy="255488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2DCB30-DD7F-9B45-B6C5-FF17BB7008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15416" y="4830061"/>
            <a:ext cx="2520712" cy="255488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2301971-CE76-F448-85EF-27B62E33AAA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74769" y="4830061"/>
            <a:ext cx="2520712" cy="255488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42923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topics text Grey bg"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E815-DFEB-4535-832B-47113EFE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49E38-5231-4B57-A957-68836AE7B7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7EBF27AB-271C-478D-B73F-3ED3E26123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BF1751-1526-413F-A8CC-D0765661B235}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396000" y="2106000"/>
            <a:ext cx="2520000" cy="252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defRPr lang="en-GB" sz="20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CCF0993-25E9-4314-AC17-DF8976998DD1}"/>
              </a:ext>
            </a:extLst>
          </p:cNvPr>
          <p:cNvSpPr>
            <a:spLocks noGrp="1" noChangeAspect="1"/>
          </p:cNvSpPr>
          <p:nvPr>
            <p:ph type="body" sz="quarter" idx="24"/>
          </p:nvPr>
        </p:nvSpPr>
        <p:spPr>
          <a:xfrm>
            <a:off x="6315416" y="2106000"/>
            <a:ext cx="2520000" cy="252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defRPr lang="en-GB" sz="20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20E2A7-CE94-4267-9190-506565B41434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396000" y="2052000"/>
            <a:ext cx="630001" cy="630000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F6C518B-9B13-4B20-9138-47BBD26BE20B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6315416" y="2052000"/>
            <a:ext cx="630001" cy="630000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5AFD907-C9CC-4844-8A4F-50AC805DC3D0}"/>
              </a:ext>
            </a:extLst>
          </p:cNvPr>
          <p:cNvSpPr>
            <a:spLocks noGrp="1" noChangeAspect="1"/>
          </p:cNvSpPr>
          <p:nvPr>
            <p:ph type="body" sz="quarter" idx="23"/>
          </p:nvPr>
        </p:nvSpPr>
        <p:spPr>
          <a:xfrm>
            <a:off x="3355708" y="2106000"/>
            <a:ext cx="2520000" cy="252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defRPr lang="en-GB" sz="20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46BBEC8-27F4-42C2-B432-A3175604E1AA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3355708" y="2052000"/>
            <a:ext cx="630001" cy="630000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A3410F1-1263-4670-967B-C455E6A878AB}"/>
              </a:ext>
            </a:extLst>
          </p:cNvPr>
          <p:cNvSpPr>
            <a:spLocks noGrp="1" noChangeAspect="1"/>
          </p:cNvSpPr>
          <p:nvPr>
            <p:ph type="body" sz="quarter" idx="25"/>
          </p:nvPr>
        </p:nvSpPr>
        <p:spPr>
          <a:xfrm>
            <a:off x="9275125" y="2106000"/>
            <a:ext cx="2520000" cy="252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defRPr lang="en-GB" sz="20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D7DFF42-5474-4848-9A51-F33F84ACA599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9275125" y="2052000"/>
            <a:ext cx="630001" cy="630000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AB71338-6D9A-524C-9E8C-8539E7BEF8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288" y="4830061"/>
            <a:ext cx="2520712" cy="255488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CFE18152-05D4-8148-8179-74C8386B34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57419" y="4830061"/>
            <a:ext cx="2520712" cy="255488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419BB5F-2C1B-0E49-829D-66EBD50E96E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15416" y="4830061"/>
            <a:ext cx="2520712" cy="255488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A08E426-551A-1F48-8CDE-8526D7924D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74769" y="4830061"/>
            <a:ext cx="2520712" cy="255488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9272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key topics text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E815-DFEB-4535-832B-47113EFE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49E38-5231-4B57-A957-68836AE7B7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7EBF27AB-271C-478D-B73F-3ED3E26123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BF1751-1526-413F-A8CC-D0765661B235}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613904" y="1754641"/>
            <a:ext cx="3240001" cy="324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spcBef>
                <a:spcPts val="1200"/>
              </a:spcBef>
              <a:spcAft>
                <a:spcPts val="0"/>
              </a:spcAft>
              <a:defRPr lang="en-GB" sz="20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CCF0993-25E9-4314-AC17-DF8976998DD1}"/>
              </a:ext>
            </a:extLst>
          </p:cNvPr>
          <p:cNvSpPr>
            <a:spLocks noGrp="1" noChangeAspect="1"/>
          </p:cNvSpPr>
          <p:nvPr>
            <p:ph type="body" sz="quarter" idx="24"/>
          </p:nvPr>
        </p:nvSpPr>
        <p:spPr>
          <a:xfrm>
            <a:off x="8334579" y="1754641"/>
            <a:ext cx="3240001" cy="324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defRPr lang="en-GB" sz="20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20E2A7-CE94-4267-9190-506565B41434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35536" y="1816329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F6C518B-9B13-4B20-9138-47BBD26BE20B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8354611" y="1816329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5AFD907-C9CC-4844-8A4F-50AC805DC3D0}"/>
              </a:ext>
            </a:extLst>
          </p:cNvPr>
          <p:cNvSpPr>
            <a:spLocks noGrp="1" noChangeAspect="1"/>
          </p:cNvSpPr>
          <p:nvPr>
            <p:ph type="body" sz="quarter" idx="23"/>
          </p:nvPr>
        </p:nvSpPr>
        <p:spPr>
          <a:xfrm>
            <a:off x="4476000" y="1754641"/>
            <a:ext cx="3240001" cy="324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defRPr lang="en-GB" sz="20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46BBEC8-27F4-42C2-B432-A3175604E1AA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4504341" y="1816329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0CF048F-02CB-0745-B995-F8A27E6BFB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905" y="5169133"/>
            <a:ext cx="3239999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A96C66-372A-4742-BBFB-69F2F980B7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76001" y="5169133"/>
            <a:ext cx="3239999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EF925049-D199-654A-A77B-FE9AA4D9F91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34580" y="5169133"/>
            <a:ext cx="3239999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80582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key topics text Grey bg"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E815-DFEB-4535-832B-47113EFE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49E38-5231-4B57-A957-68836AE7B7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7EBF27AB-271C-478D-B73F-3ED3E26123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BF1751-1526-413F-A8CC-D0765661B235}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613904" y="1754641"/>
            <a:ext cx="3240001" cy="324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defRPr lang="en-GB" sz="20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CCF0993-25E9-4314-AC17-DF8976998DD1}"/>
              </a:ext>
            </a:extLst>
          </p:cNvPr>
          <p:cNvSpPr>
            <a:spLocks noGrp="1" noChangeAspect="1"/>
          </p:cNvSpPr>
          <p:nvPr>
            <p:ph type="body" sz="quarter" idx="24"/>
          </p:nvPr>
        </p:nvSpPr>
        <p:spPr>
          <a:xfrm>
            <a:off x="8334579" y="1754641"/>
            <a:ext cx="3240001" cy="324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defRPr lang="en-GB" sz="20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20E2A7-CE94-4267-9190-506565B41434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35536" y="1816329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F6C518B-9B13-4B20-9138-47BBD26BE20B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8354611" y="1816329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5AFD907-C9CC-4844-8A4F-50AC805DC3D0}"/>
              </a:ext>
            </a:extLst>
          </p:cNvPr>
          <p:cNvSpPr>
            <a:spLocks noGrp="1" noChangeAspect="1"/>
          </p:cNvSpPr>
          <p:nvPr>
            <p:ph type="body" sz="quarter" idx="23"/>
          </p:nvPr>
        </p:nvSpPr>
        <p:spPr>
          <a:xfrm>
            <a:off x="4476000" y="1754641"/>
            <a:ext cx="3240001" cy="324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defRPr lang="en-GB" sz="20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46BBEC8-27F4-42C2-B432-A3175604E1AA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4504341" y="1816329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6245FCD-3C5F-0248-96E1-F9F4C175A1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905" y="5169133"/>
            <a:ext cx="3239999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00439E9-A126-404F-B6D4-BAA7B20B04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76001" y="5169133"/>
            <a:ext cx="3239999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E02DAE6A-39AE-644E-9D1D-26662CCB67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34580" y="5169133"/>
            <a:ext cx="3239999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 dirty="0"/>
              <a:t>Click to edit headline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63879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case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F05119-AB17-47B2-A3AD-C4AF5F4952F0}"/>
              </a:ext>
            </a:extLst>
          </p:cNvPr>
          <p:cNvSpPr/>
          <p:nvPr userDrawn="1"/>
        </p:nvSpPr>
        <p:spPr>
          <a:xfrm flipV="1">
            <a:off x="0" y="0"/>
            <a:ext cx="12193200" cy="5896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40351-F3B7-4BA9-9198-4D1FB1B560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027C01F3-7940-4574-9FA6-B94F9728AA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36D9CD-786E-4125-B199-0BB0A1948F6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392624" y="458806"/>
            <a:ext cx="3985904" cy="3985904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465D2AE-E121-44C6-9B31-4AF6C2DE390D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-827087" y="2635397"/>
            <a:ext cx="3985904" cy="3985904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05839EB-BFD8-46BD-AE2F-30850E1092BA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9089225" y="1738515"/>
            <a:ext cx="3985904" cy="3985904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0E77BB9-C303-4FB1-89A2-0E3BD1025D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56838" y="4299760"/>
            <a:ext cx="1779599" cy="929602"/>
          </a:xfrm>
        </p:spPr>
        <p:txBody>
          <a:bodyPr/>
          <a:lstStyle>
            <a:lvl1pPr>
              <a:spcAft>
                <a:spcPts val="0"/>
              </a:spcAft>
              <a:defRPr sz="2200">
                <a:solidFill>
                  <a:schemeClr val="accent1"/>
                </a:solidFill>
                <a:latin typeface="+mj-lt"/>
              </a:defRPr>
            </a:lvl1pPr>
            <a:lvl2pPr>
              <a:defRPr sz="15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Edit stat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A5BB700-F209-4C22-87C7-D453AA0AAA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54565" y="4705954"/>
            <a:ext cx="1614562" cy="929602"/>
          </a:xfrm>
        </p:spPr>
        <p:txBody>
          <a:bodyPr/>
          <a:lstStyle>
            <a:lvl1pPr algn="r">
              <a:spcAft>
                <a:spcPts val="0"/>
              </a:spcAft>
              <a:defRPr sz="2200">
                <a:solidFill>
                  <a:schemeClr val="accent1"/>
                </a:solidFill>
                <a:latin typeface="+mj-lt"/>
              </a:defRPr>
            </a:lvl1pPr>
            <a:lvl2pPr algn="r">
              <a:defRPr sz="15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Edit stat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6BC806E-8C63-46D6-A989-DEF4DCBD10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89225" y="510203"/>
            <a:ext cx="1740700" cy="929602"/>
          </a:xfrm>
        </p:spPr>
        <p:txBody>
          <a:bodyPr/>
          <a:lstStyle>
            <a:lvl1pPr>
              <a:spcAft>
                <a:spcPts val="0"/>
              </a:spcAft>
              <a:defRPr sz="2200">
                <a:solidFill>
                  <a:schemeClr val="accent1"/>
                </a:solidFill>
                <a:latin typeface="+mj-lt"/>
              </a:defRPr>
            </a:lvl1pPr>
            <a:lvl2pPr>
              <a:defRPr sz="15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Edit stat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F7C443E-D92A-964B-B831-FB5CC29B2701}"/>
              </a:ext>
            </a:extLst>
          </p:cNvPr>
          <p:cNvGrpSpPr/>
          <p:nvPr userDrawn="1"/>
        </p:nvGrpSpPr>
        <p:grpSpPr>
          <a:xfrm>
            <a:off x="3155946" y="4413825"/>
            <a:ext cx="734922" cy="108000"/>
            <a:chOff x="3426679" y="4423111"/>
            <a:chExt cx="734922" cy="10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7FEE61A-DDE1-C041-A1C3-42D404FAAA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679" y="4477111"/>
              <a:ext cx="626922" cy="0"/>
            </a:xfrm>
            <a:prstGeom prst="line">
              <a:avLst/>
            </a:prstGeom>
            <a:ln w="9525">
              <a:solidFill>
                <a:schemeClr val="accent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9D8537-3E31-344F-9F19-B9F2EDAB25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6679" y="4423111"/>
              <a:ext cx="108000" cy="108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2EBB582-8D16-954F-A394-0BC8D453547F}"/>
              </a:ext>
            </a:extLst>
          </p:cNvPr>
          <p:cNvGrpSpPr/>
          <p:nvPr userDrawn="1"/>
        </p:nvGrpSpPr>
        <p:grpSpPr>
          <a:xfrm>
            <a:off x="7339230" y="625149"/>
            <a:ext cx="1704660" cy="108000"/>
            <a:chOff x="3426679" y="4423111"/>
            <a:chExt cx="1704660" cy="10800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7EC9682-5F98-1544-970E-0DAB51A4DF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679" y="4477111"/>
              <a:ext cx="1596660" cy="0"/>
            </a:xfrm>
            <a:prstGeom prst="line">
              <a:avLst/>
            </a:prstGeom>
            <a:ln w="9525">
              <a:solidFill>
                <a:schemeClr val="accent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E564EF8-5CB9-3843-B3BD-CFD4F04F14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6679" y="4423111"/>
              <a:ext cx="108000" cy="108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C84E2C5-2BE1-864F-8D22-F466CE9FEFD9}"/>
              </a:ext>
            </a:extLst>
          </p:cNvPr>
          <p:cNvGrpSpPr/>
          <p:nvPr userDrawn="1"/>
        </p:nvGrpSpPr>
        <p:grpSpPr>
          <a:xfrm rot="10800000">
            <a:off x="8710070" y="4818078"/>
            <a:ext cx="734922" cy="108000"/>
            <a:chOff x="3426679" y="4423111"/>
            <a:chExt cx="734922" cy="108000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F94764B-3395-EC4B-9C68-EE7BBE758D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679" y="4477111"/>
              <a:ext cx="626922" cy="0"/>
            </a:xfrm>
            <a:prstGeom prst="line">
              <a:avLst/>
            </a:prstGeom>
            <a:ln w="9525">
              <a:solidFill>
                <a:schemeClr val="accent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89F817B-A7F3-6645-82BB-0C0F7C740F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6679" y="4423111"/>
              <a:ext cx="108000" cy="108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err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10836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C68FE0-9D4B-4D2A-8A04-6F604573355D}"/>
              </a:ext>
            </a:extLst>
          </p:cNvPr>
          <p:cNvCxnSpPr>
            <a:stCxn id="8" idx="6"/>
            <a:endCxn id="11" idx="2"/>
          </p:cNvCxnSpPr>
          <p:nvPr userDrawn="1"/>
        </p:nvCxnSpPr>
        <p:spPr>
          <a:xfrm>
            <a:off x="1907288" y="3147820"/>
            <a:ext cx="837286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B69099-F673-423F-9EBF-EF3E7475D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1C0C6F-8636-43FB-AA48-6CFE625BF8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160380E-C2C2-4B4A-A28B-D524FE77C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D97BDB-0B1B-4345-AB6F-4590E9A894BC}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>
          <a:xfrm>
            <a:off x="4257720" y="1311820"/>
            <a:ext cx="3672000" cy="3672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43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A1A8E79-3608-49CF-8C98-F86CD5C7EB02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95288" y="2391820"/>
            <a:ext cx="1512000" cy="1512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icon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F83619E7-ED63-4FEF-94FB-F5137EA5EA1A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326504" y="2391820"/>
            <a:ext cx="1512000" cy="1512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icon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30A64DEE-496A-42BE-8716-97F9DC601EA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8348936" y="2391820"/>
            <a:ext cx="1512000" cy="1512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icon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EC7032B5-EFC0-4FFB-8F5F-5391589BF3B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280152" y="2391820"/>
            <a:ext cx="1512000" cy="1512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icon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AD6DB-74C7-427C-B996-40983E7AFB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5289" y="4158635"/>
            <a:ext cx="1512000" cy="1462087"/>
          </a:xfrm>
        </p:spPr>
        <p:txBody>
          <a:bodyPr/>
          <a:lstStyle>
            <a:lvl1pPr algn="ctr"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algn="ctr">
              <a:spcAft>
                <a:spcPts val="0"/>
              </a:spcAft>
              <a:defRPr sz="15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BAE33B9-B7D0-4355-9985-D9E81D59E3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26504" y="4158635"/>
            <a:ext cx="1512000" cy="1462087"/>
          </a:xfrm>
        </p:spPr>
        <p:txBody>
          <a:bodyPr/>
          <a:lstStyle>
            <a:lvl1pPr algn="ctr"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algn="ctr">
              <a:spcAft>
                <a:spcPts val="0"/>
              </a:spcAft>
              <a:defRPr sz="15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ED5E308-5A6D-4E0A-9478-CD2E53BD998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57911" y="4158635"/>
            <a:ext cx="1512000" cy="1462087"/>
          </a:xfrm>
        </p:spPr>
        <p:txBody>
          <a:bodyPr/>
          <a:lstStyle>
            <a:lvl1pPr algn="ctr"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algn="ctr">
              <a:spcAft>
                <a:spcPts val="0"/>
              </a:spcAft>
              <a:defRPr sz="15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24E157F-35C8-4765-9001-352A442A11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89126" y="4158635"/>
            <a:ext cx="1512000" cy="1462087"/>
          </a:xfrm>
        </p:spPr>
        <p:txBody>
          <a:bodyPr/>
          <a:lstStyle>
            <a:lvl1pPr algn="ctr">
              <a:spcAft>
                <a:spcPts val="0"/>
              </a:spcAft>
              <a:defRPr sz="1500">
                <a:solidFill>
                  <a:schemeClr val="accent1"/>
                </a:solidFill>
              </a:defRPr>
            </a:lvl1pPr>
            <a:lvl2pPr algn="ctr">
              <a:spcAft>
                <a:spcPts val="0"/>
              </a:spcAft>
              <a:defRPr sz="15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5D5524E-1541-CD46-B1E3-6595D43C62FA}"/>
              </a:ext>
            </a:extLst>
          </p:cNvPr>
          <p:cNvSpPr>
            <a:spLocks noGrp="1" noChangeAspect="1"/>
          </p:cNvSpPr>
          <p:nvPr>
            <p:ph type="body" sz="quarter" idx="23"/>
          </p:nvPr>
        </p:nvSpPr>
        <p:spPr>
          <a:xfrm>
            <a:off x="4478207" y="1527820"/>
            <a:ext cx="3240001" cy="324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txBody>
          <a:bodyPr anchor="ctr"/>
          <a:lstStyle>
            <a:lvl1pPr algn="ctr">
              <a:lnSpc>
                <a:spcPct val="80000"/>
              </a:lnSpc>
              <a:spcAft>
                <a:spcPts val="0"/>
              </a:spcAft>
              <a:defRPr sz="3600">
                <a:solidFill>
                  <a:schemeClr val="accent1"/>
                </a:solidFill>
                <a:latin typeface="+mj-lt"/>
              </a:defRPr>
            </a:lvl1pPr>
            <a:lvl2pPr algn="ctr">
              <a:defRPr>
                <a:solidFill>
                  <a:schemeClr val="accent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915439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BE55A-6318-49F9-B851-497F4E5D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FC7909-9860-4D1A-8219-9321861BE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BB0D08E-E49F-41A3-83FC-E0E72C4233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B0807F-FD51-498C-8F21-1A5595C90A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746000"/>
            <a:ext cx="2376000" cy="828000"/>
          </a:xfrm>
          <a:solidFill>
            <a:srgbClr val="F1F0F0"/>
          </a:solidFill>
        </p:spPr>
        <p:txBody>
          <a:bodyPr lIns="396000" rIns="396000" anchor="ctr"/>
          <a:lstStyle>
            <a:lvl1pPr algn="ctr">
              <a:defRPr sz="15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B014667-CB8C-4A61-9535-26CDE689DE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54000" y="1746000"/>
            <a:ext cx="2376000" cy="828000"/>
          </a:xfrm>
          <a:solidFill>
            <a:srgbClr val="F1F0F0"/>
          </a:solidFill>
        </p:spPr>
        <p:txBody>
          <a:bodyPr lIns="360000" rIns="360000" anchor="ctr"/>
          <a:lstStyle>
            <a:lvl1pPr algn="ctr">
              <a:defRPr sz="15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0CC6C1A-D3EF-480E-A88B-7F1DE697D6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08000" y="1746000"/>
            <a:ext cx="2376000" cy="828000"/>
          </a:xfrm>
          <a:solidFill>
            <a:srgbClr val="F1F0F0"/>
          </a:solidFill>
        </p:spPr>
        <p:txBody>
          <a:bodyPr lIns="360000" rIns="360000" anchor="ctr"/>
          <a:lstStyle>
            <a:lvl1pPr algn="ctr">
              <a:defRPr sz="15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016E57B-C1F2-467E-AFDB-4CB1F69E49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62000" y="1746000"/>
            <a:ext cx="2376000" cy="828000"/>
          </a:xfrm>
          <a:solidFill>
            <a:srgbClr val="F1F0F0"/>
          </a:solidFill>
        </p:spPr>
        <p:txBody>
          <a:bodyPr lIns="360000" rIns="360000" anchor="ctr"/>
          <a:lstStyle>
            <a:lvl1pPr algn="ctr">
              <a:defRPr sz="15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930BEC3-B5A3-4512-B4F7-F63C11AA99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16000" y="1746000"/>
            <a:ext cx="2376000" cy="828000"/>
          </a:xfrm>
          <a:solidFill>
            <a:srgbClr val="F1F0F0"/>
          </a:solidFill>
        </p:spPr>
        <p:txBody>
          <a:bodyPr lIns="396000" rIns="396000" anchor="ctr"/>
          <a:lstStyle>
            <a:lvl1pPr algn="ctr">
              <a:defRPr sz="15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5A48F33-2DCF-47F3-81DC-FFD8DD6B5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2649400"/>
            <a:ext cx="6055200" cy="1584000"/>
          </a:xfrm>
          <a:solidFill>
            <a:srgbClr val="F1F0F0"/>
          </a:solidFill>
        </p:spPr>
        <p:txBody>
          <a:bodyPr lIns="396000" tIns="180000" rIns="396000" anchor="t"/>
          <a:lstStyle>
            <a:lvl1pPr algn="ctr">
              <a:spcAft>
                <a:spcPts val="60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lnSpc>
                <a:spcPct val="98000"/>
              </a:lnSpc>
              <a:defRPr sz="15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E5D7180-FBAC-4C8B-847B-304E040B6C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6800" y="2649400"/>
            <a:ext cx="6055200" cy="1584000"/>
          </a:xfrm>
          <a:solidFill>
            <a:srgbClr val="F1F0F0"/>
          </a:solidFill>
        </p:spPr>
        <p:txBody>
          <a:bodyPr lIns="396000" tIns="180000" rIns="396000" anchor="t"/>
          <a:lstStyle>
            <a:lvl1pPr algn="ctr">
              <a:spcAft>
                <a:spcPts val="600"/>
              </a:spcAft>
              <a:defRPr sz="3000">
                <a:solidFill>
                  <a:schemeClr val="accent1"/>
                </a:solidFill>
                <a:latin typeface="+mj-lt"/>
              </a:defRPr>
            </a:lvl1pPr>
            <a:lvl2pPr algn="ctr">
              <a:lnSpc>
                <a:spcPct val="98000"/>
              </a:lnSpc>
              <a:defRPr sz="15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810D69E-5D1E-4A6F-B0FF-C6BE9ED89D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0" y="4308800"/>
            <a:ext cx="12192000" cy="1584000"/>
          </a:xfrm>
          <a:solidFill>
            <a:schemeClr val="accent1"/>
          </a:solidFill>
        </p:spPr>
        <p:txBody>
          <a:bodyPr lIns="396000" tIns="180000" rIns="396000" anchor="t"/>
          <a:lstStyle>
            <a:lvl1pPr algn="ctr">
              <a:spcAft>
                <a:spcPts val="600"/>
              </a:spcAft>
              <a:defRPr sz="300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8000"/>
              </a:lnSpc>
              <a:defRPr sz="150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910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Divider with Info Box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F8F267-B3A7-426C-B891-1B3CD5DCA16E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A1A912-1140-DB49-AC2C-9C031FAFE6B8}"/>
              </a:ext>
            </a:extLst>
          </p:cNvPr>
          <p:cNvSpPr txBox="1"/>
          <p:nvPr userDrawn="1"/>
        </p:nvSpPr>
        <p:spPr>
          <a:xfrm>
            <a:off x="534435" y="3520009"/>
            <a:ext cx="10455965" cy="21236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3800">
                <a:solidFill>
                  <a:schemeClr val="bg1"/>
                </a:solidFill>
                <a:latin typeface="+mj-lt"/>
              </a:rPr>
              <a:t>Thank you</a:t>
            </a:r>
            <a:r>
              <a:rPr lang="en-GB" sz="13800">
                <a:solidFill>
                  <a:schemeClr val="bg2"/>
                </a:solidFill>
                <a:latin typeface="+mj-lt"/>
              </a:rPr>
              <a:t>.</a:t>
            </a:r>
          </a:p>
        </p:txBody>
      </p:sp>
      <p:pic>
        <p:nvPicPr>
          <p:cNvPr id="3" name="Picture 2" descr="A red and blue logo&#10;&#10;Description automatically generated">
            <a:extLst>
              <a:ext uri="{FF2B5EF4-FFF2-40B4-BE49-F238E27FC236}">
                <a16:creationId xmlns:a16="http://schemas.microsoft.com/office/drawing/2014/main" id="{88BF49B4-E1B5-84C4-6E47-26B1191178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871" y="6079327"/>
            <a:ext cx="2055962" cy="5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171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Divider Large 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9AC704D-7965-4A14-AFB7-84C795D77B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5288" y="1789714"/>
            <a:ext cx="5610225" cy="417359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75000"/>
              </a:lnSpc>
              <a:defRPr sz="8800" b="0" spc="-3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0223A13-E3D5-D74A-A941-461B7DFEDB64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562000" y="0"/>
            <a:ext cx="6630000" cy="5623200"/>
          </a:xfrm>
          <a:custGeom>
            <a:avLst/>
            <a:gdLst>
              <a:gd name="connsiteX0" fmla="*/ 218232 w 6630000"/>
              <a:gd name="connsiteY0" fmla="*/ 0 h 5623200"/>
              <a:gd name="connsiteX1" fmla="*/ 6630000 w 6630000"/>
              <a:gd name="connsiteY1" fmla="*/ 0 h 5623200"/>
              <a:gd name="connsiteX2" fmla="*/ 6630000 w 6630000"/>
              <a:gd name="connsiteY2" fmla="*/ 4915659 h 5623200"/>
              <a:gd name="connsiteX3" fmla="*/ 6491743 w 6630000"/>
              <a:gd name="connsiteY3" fmla="*/ 5004294 h 5623200"/>
              <a:gd name="connsiteX4" fmla="*/ 4275000 w 6630000"/>
              <a:gd name="connsiteY4" fmla="*/ 5623200 h 5623200"/>
              <a:gd name="connsiteX5" fmla="*/ 0 w 6630000"/>
              <a:gd name="connsiteY5" fmla="*/ 1348200 h 5623200"/>
              <a:gd name="connsiteX6" fmla="*/ 192196 w 6630000"/>
              <a:gd name="connsiteY6" fmla="*/ 76946 h 562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0000" h="5623200">
                <a:moveTo>
                  <a:pt x="218232" y="0"/>
                </a:moveTo>
                <a:lnTo>
                  <a:pt x="6630000" y="0"/>
                </a:lnTo>
                <a:lnTo>
                  <a:pt x="6630000" y="4915659"/>
                </a:lnTo>
                <a:lnTo>
                  <a:pt x="6491743" y="5004294"/>
                </a:lnTo>
                <a:cubicBezTo>
                  <a:pt x="5845376" y="5397036"/>
                  <a:pt x="5086600" y="5623200"/>
                  <a:pt x="4275000" y="5623200"/>
                </a:cubicBezTo>
                <a:cubicBezTo>
                  <a:pt x="1913983" y="5623200"/>
                  <a:pt x="0" y="3709217"/>
                  <a:pt x="0" y="1348200"/>
                </a:cubicBezTo>
                <a:cubicBezTo>
                  <a:pt x="0" y="905510"/>
                  <a:pt x="67289" y="478535"/>
                  <a:pt x="192196" y="7694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35C7670-8B15-1948-8BF4-8FC81A0A1F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5062" y="395288"/>
            <a:ext cx="5610451" cy="41801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200" b="0" kern="1200" dirty="0">
                <a:solidFill>
                  <a:schemeClr val="tx1"/>
                </a:solidFill>
                <a:effectLst/>
                <a:latin typeface="TESCO Modern" panose="0200050603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0730494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wcase Stats and Headlin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2249B-5E52-4E27-9C07-5F6D998FB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096" y="980095"/>
            <a:ext cx="4283029" cy="207425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22920-CD84-427A-8DBF-21F7BA5CD8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F142CA-067B-42F6-8FB6-1D95B37B1484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>
          <a:xfrm>
            <a:off x="395288" y="3816000"/>
            <a:ext cx="1528606" cy="153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spcAft>
                <a:spcPts val="900"/>
              </a:spcAft>
              <a:defRPr sz="2800">
                <a:solidFill>
                  <a:schemeClr val="bg1"/>
                </a:solidFill>
                <a:latin typeface="+mj-lt"/>
              </a:defRPr>
            </a:lvl1pPr>
            <a:lvl2pPr algn="ctr">
              <a:defRPr sz="150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Stat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D5FCDBF-1865-44B2-A436-3FCFA67AA993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2370169" y="3816000"/>
            <a:ext cx="1528606" cy="153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spcAft>
                <a:spcPts val="900"/>
              </a:spcAft>
              <a:defRPr sz="2800">
                <a:solidFill>
                  <a:schemeClr val="bg1"/>
                </a:solidFill>
                <a:latin typeface="+mj-lt"/>
              </a:defRPr>
            </a:lvl1pPr>
            <a:lvl2pPr algn="ctr">
              <a:defRPr sz="150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Stat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9BAB4A57-37A8-4DAD-B0AF-E72F53FD6540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345050" y="3816000"/>
            <a:ext cx="1528606" cy="153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spcAft>
                <a:spcPts val="900"/>
              </a:spcAft>
              <a:defRPr sz="2800">
                <a:solidFill>
                  <a:schemeClr val="bg1"/>
                </a:solidFill>
                <a:latin typeface="+mj-lt"/>
              </a:defRPr>
            </a:lvl1pPr>
            <a:lvl2pPr algn="ctr">
              <a:defRPr sz="150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Stat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7B818B3-FD25-45DD-9234-E004FDD8F783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319931" y="3816000"/>
            <a:ext cx="1528606" cy="153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spcAft>
                <a:spcPts val="900"/>
              </a:spcAft>
              <a:defRPr sz="2800">
                <a:solidFill>
                  <a:schemeClr val="bg1"/>
                </a:solidFill>
                <a:latin typeface="+mj-lt"/>
              </a:defRPr>
            </a:lvl1pPr>
            <a:lvl2pPr algn="ctr">
              <a:defRPr sz="150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Stat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E51A22B-22F5-4F41-92F0-323D48B91705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8294812" y="3816000"/>
            <a:ext cx="1528606" cy="153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spcAft>
                <a:spcPts val="900"/>
              </a:spcAft>
              <a:defRPr sz="2800">
                <a:solidFill>
                  <a:schemeClr val="bg1"/>
                </a:solidFill>
                <a:latin typeface="+mj-lt"/>
              </a:defRPr>
            </a:lvl1pPr>
            <a:lvl2pPr algn="ctr">
              <a:defRPr sz="150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Stat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17C0AB80-C777-4351-AA88-B8735EAC8C82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10269694" y="3816000"/>
            <a:ext cx="1528606" cy="153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spcAft>
                <a:spcPts val="900"/>
              </a:spcAft>
              <a:defRPr sz="2800">
                <a:solidFill>
                  <a:schemeClr val="bg1"/>
                </a:solidFill>
                <a:latin typeface="+mj-lt"/>
              </a:defRPr>
            </a:lvl1pPr>
            <a:lvl2pPr algn="ctr">
              <a:defRPr sz="150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Stat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13930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288" y="1761173"/>
            <a:ext cx="11399837" cy="4116387"/>
          </a:xfrm>
          <a:prstGeom prst="rect">
            <a:avLst/>
          </a:prstGeom>
        </p:spPr>
        <p:txBody>
          <a:bodyPr/>
          <a:lstStyle>
            <a:lvl1pPr>
              <a:defRPr sz="2100" spc="0" baseline="0"/>
            </a:lvl1pPr>
            <a:lvl2pPr>
              <a:defRPr spc="0" baseline="0"/>
            </a:lvl2pPr>
            <a:lvl3pPr>
              <a:defRPr sz="2100" spc="0" baseline="0"/>
            </a:lvl3pPr>
            <a:lvl4pPr>
              <a:defRPr spc="0" baseline="0"/>
            </a:lvl4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A43B10-4010-44D6-97A4-96534CBCB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spc="-15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17B93C99-7AB1-4E6B-884B-D73D95635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spc="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8973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Divider Temp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1EB1CA-D956-564A-BABC-2B31B1CC560B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04B3C8-1A67-82FE-CA2F-E98300A444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5289" y="656408"/>
            <a:ext cx="4386573" cy="29046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8000"/>
              </a:lnSpc>
              <a:defRPr sz="6600" spc="-30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here</a:t>
            </a:r>
            <a:br>
              <a:rPr lang="en-US"/>
            </a:br>
            <a:r>
              <a:rPr lang="en-US"/>
              <a:t>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7B7E648-848E-90DB-09D2-6B87581AAE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5063" y="5355772"/>
            <a:ext cx="5495846" cy="41801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200" b="0" kern="1200" spc="0" baseline="0" dirty="0">
                <a:solidFill>
                  <a:schemeClr val="tx1"/>
                </a:solidFill>
                <a:effectLst/>
                <a:latin typeface="TESCO Modern" panose="0200050603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date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20F927-3831-02DF-84F7-D6AEA85522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4496889"/>
            <a:ext cx="5495846" cy="786311"/>
          </a:xfrm>
        </p:spPr>
        <p:txBody>
          <a:bodyPr anchor="t" anchorCtr="0"/>
          <a:lstStyle>
            <a:lvl1pPr>
              <a:spcAft>
                <a:spcPts val="0"/>
              </a:spcAft>
              <a:defRPr sz="2200" b="0" spc="0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en-GB"/>
              <a:t>Click to add presenter’s name, title</a:t>
            </a:r>
            <a:endParaRPr lang="en-US"/>
          </a:p>
        </p:txBody>
      </p:sp>
      <p:pic>
        <p:nvPicPr>
          <p:cNvPr id="5" name="Picture 4" descr="A red and blue logo&#10;&#10;Description automatically generated">
            <a:extLst>
              <a:ext uri="{FF2B5EF4-FFF2-40B4-BE49-F238E27FC236}">
                <a16:creationId xmlns:a16="http://schemas.microsoft.com/office/drawing/2014/main" id="{1A5C6AE5-2A82-D715-F67B-0B76F7F149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4B3ED0-03E3-40D4-1EB1-1E4C91B5CC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46784" y="0"/>
            <a:ext cx="6645216" cy="640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82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Temp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1EB1CA-D956-564A-BABC-2B31B1CC560B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503B9E-C8E3-0736-C1D8-38E3C6B3B66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black">
          <a:xfrm>
            <a:off x="5567920" y="-19050"/>
            <a:ext cx="6640280" cy="6404250"/>
          </a:xfrm>
          <a:custGeom>
            <a:avLst/>
            <a:gdLst>
              <a:gd name="connsiteX0" fmla="*/ 0 w 6630000"/>
              <a:gd name="connsiteY0" fmla="*/ 0 h 5623200"/>
              <a:gd name="connsiteX1" fmla="*/ 6630000 w 6630000"/>
              <a:gd name="connsiteY1" fmla="*/ 0 h 5623200"/>
              <a:gd name="connsiteX2" fmla="*/ 6630000 w 6630000"/>
              <a:gd name="connsiteY2" fmla="*/ 5623200 h 5623200"/>
              <a:gd name="connsiteX3" fmla="*/ 0 w 6630000"/>
              <a:gd name="connsiteY3" fmla="*/ 5623200 h 5623200"/>
              <a:gd name="connsiteX4" fmla="*/ 0 w 6630000"/>
              <a:gd name="connsiteY4" fmla="*/ 0 h 5623200"/>
              <a:gd name="connsiteX0" fmla="*/ 0 w 6630000"/>
              <a:gd name="connsiteY0" fmla="*/ 0 h 6385200"/>
              <a:gd name="connsiteX1" fmla="*/ 6630000 w 6630000"/>
              <a:gd name="connsiteY1" fmla="*/ 0 h 6385200"/>
              <a:gd name="connsiteX2" fmla="*/ 6630000 w 6630000"/>
              <a:gd name="connsiteY2" fmla="*/ 5623200 h 6385200"/>
              <a:gd name="connsiteX3" fmla="*/ 1009650 w 6630000"/>
              <a:gd name="connsiteY3" fmla="*/ 6385200 h 6385200"/>
              <a:gd name="connsiteX4" fmla="*/ 0 w 6630000"/>
              <a:gd name="connsiteY4" fmla="*/ 0 h 6385200"/>
              <a:gd name="connsiteX0" fmla="*/ 0 w 7868250"/>
              <a:gd name="connsiteY0" fmla="*/ 0 h 6404250"/>
              <a:gd name="connsiteX1" fmla="*/ 7868250 w 7868250"/>
              <a:gd name="connsiteY1" fmla="*/ 19050 h 6404250"/>
              <a:gd name="connsiteX2" fmla="*/ 7868250 w 7868250"/>
              <a:gd name="connsiteY2" fmla="*/ 5642250 h 6404250"/>
              <a:gd name="connsiteX3" fmla="*/ 2247900 w 7868250"/>
              <a:gd name="connsiteY3" fmla="*/ 6404250 h 6404250"/>
              <a:gd name="connsiteX4" fmla="*/ 0 w 7868250"/>
              <a:gd name="connsiteY4" fmla="*/ 0 h 6404250"/>
              <a:gd name="connsiteX0" fmla="*/ 0 w 7881313"/>
              <a:gd name="connsiteY0" fmla="*/ 0 h 6404250"/>
              <a:gd name="connsiteX1" fmla="*/ 7868250 w 7881313"/>
              <a:gd name="connsiteY1" fmla="*/ 19050 h 6404250"/>
              <a:gd name="connsiteX2" fmla="*/ 7881313 w 7881313"/>
              <a:gd name="connsiteY2" fmla="*/ 5158924 h 6404250"/>
              <a:gd name="connsiteX3" fmla="*/ 2247900 w 7881313"/>
              <a:gd name="connsiteY3" fmla="*/ 6404250 h 6404250"/>
              <a:gd name="connsiteX4" fmla="*/ 0 w 7881313"/>
              <a:gd name="connsiteY4" fmla="*/ 0 h 6404250"/>
              <a:gd name="connsiteX0" fmla="*/ 0 w 7869507"/>
              <a:gd name="connsiteY0" fmla="*/ 0 h 6404250"/>
              <a:gd name="connsiteX1" fmla="*/ 7868250 w 7869507"/>
              <a:gd name="connsiteY1" fmla="*/ 19050 h 6404250"/>
              <a:gd name="connsiteX2" fmla="*/ 7868251 w 7869507"/>
              <a:gd name="connsiteY2" fmla="*/ 4714787 h 6404250"/>
              <a:gd name="connsiteX3" fmla="*/ 2247900 w 7869507"/>
              <a:gd name="connsiteY3" fmla="*/ 6404250 h 6404250"/>
              <a:gd name="connsiteX4" fmla="*/ 0 w 7869507"/>
              <a:gd name="connsiteY4" fmla="*/ 0 h 6404250"/>
              <a:gd name="connsiteX0" fmla="*/ 0 w 7868251"/>
              <a:gd name="connsiteY0" fmla="*/ 0 h 6404250"/>
              <a:gd name="connsiteX1" fmla="*/ 6474165 w 7868251"/>
              <a:gd name="connsiteY1" fmla="*/ 19050 h 6404250"/>
              <a:gd name="connsiteX2" fmla="*/ 7868251 w 7868251"/>
              <a:gd name="connsiteY2" fmla="*/ 4714787 h 6404250"/>
              <a:gd name="connsiteX3" fmla="*/ 2247900 w 7868251"/>
              <a:gd name="connsiteY3" fmla="*/ 6404250 h 6404250"/>
              <a:gd name="connsiteX4" fmla="*/ 0 w 7868251"/>
              <a:gd name="connsiteY4" fmla="*/ 0 h 6404250"/>
              <a:gd name="connsiteX0" fmla="*/ 0 w 7868251"/>
              <a:gd name="connsiteY0" fmla="*/ 0 h 6404250"/>
              <a:gd name="connsiteX1" fmla="*/ 6654047 w 7868251"/>
              <a:gd name="connsiteY1" fmla="*/ 19050 h 6404250"/>
              <a:gd name="connsiteX2" fmla="*/ 7868251 w 7868251"/>
              <a:gd name="connsiteY2" fmla="*/ 4714787 h 6404250"/>
              <a:gd name="connsiteX3" fmla="*/ 2247900 w 7868251"/>
              <a:gd name="connsiteY3" fmla="*/ 6404250 h 6404250"/>
              <a:gd name="connsiteX4" fmla="*/ 0 w 7868251"/>
              <a:gd name="connsiteY4" fmla="*/ 0 h 6404250"/>
              <a:gd name="connsiteX0" fmla="*/ 0 w 7868251"/>
              <a:gd name="connsiteY0" fmla="*/ 0 h 6404250"/>
              <a:gd name="connsiteX1" fmla="*/ 6654047 w 7868251"/>
              <a:gd name="connsiteY1" fmla="*/ 19050 h 6404250"/>
              <a:gd name="connsiteX2" fmla="*/ 7868251 w 7868251"/>
              <a:gd name="connsiteY2" fmla="*/ 4714787 h 6404250"/>
              <a:gd name="connsiteX3" fmla="*/ 2247900 w 7868251"/>
              <a:gd name="connsiteY3" fmla="*/ 6404250 h 6404250"/>
              <a:gd name="connsiteX4" fmla="*/ 0 w 7868251"/>
              <a:gd name="connsiteY4" fmla="*/ 0 h 6404250"/>
              <a:gd name="connsiteX0" fmla="*/ 0 w 6659498"/>
              <a:gd name="connsiteY0" fmla="*/ 0 h 6404250"/>
              <a:gd name="connsiteX1" fmla="*/ 6654047 w 6659498"/>
              <a:gd name="connsiteY1" fmla="*/ 19050 h 6404250"/>
              <a:gd name="connsiteX2" fmla="*/ 6639058 w 6659498"/>
              <a:gd name="connsiteY2" fmla="*/ 5089541 h 6404250"/>
              <a:gd name="connsiteX3" fmla="*/ 2247900 w 6659498"/>
              <a:gd name="connsiteY3" fmla="*/ 6404250 h 6404250"/>
              <a:gd name="connsiteX4" fmla="*/ 0 w 6659498"/>
              <a:gd name="connsiteY4" fmla="*/ 0 h 6404250"/>
              <a:gd name="connsiteX0" fmla="*/ 0 w 6639058"/>
              <a:gd name="connsiteY0" fmla="*/ 0 h 6404250"/>
              <a:gd name="connsiteX1" fmla="*/ 6609076 w 6639058"/>
              <a:gd name="connsiteY1" fmla="*/ 34040 h 6404250"/>
              <a:gd name="connsiteX2" fmla="*/ 6639058 w 6639058"/>
              <a:gd name="connsiteY2" fmla="*/ 5089541 h 6404250"/>
              <a:gd name="connsiteX3" fmla="*/ 2247900 w 6639058"/>
              <a:gd name="connsiteY3" fmla="*/ 6404250 h 6404250"/>
              <a:gd name="connsiteX4" fmla="*/ 0 w 6639058"/>
              <a:gd name="connsiteY4" fmla="*/ 0 h 6404250"/>
              <a:gd name="connsiteX0" fmla="*/ 0 w 6639058"/>
              <a:gd name="connsiteY0" fmla="*/ 2536 h 6406786"/>
              <a:gd name="connsiteX1" fmla="*/ 6618220 w 6639058"/>
              <a:gd name="connsiteY1" fmla="*/ 0 h 6406786"/>
              <a:gd name="connsiteX2" fmla="*/ 6639058 w 6639058"/>
              <a:gd name="connsiteY2" fmla="*/ 5092077 h 6406786"/>
              <a:gd name="connsiteX3" fmla="*/ 2247900 w 6639058"/>
              <a:gd name="connsiteY3" fmla="*/ 6406786 h 6406786"/>
              <a:gd name="connsiteX4" fmla="*/ 0 w 6639058"/>
              <a:gd name="connsiteY4" fmla="*/ 2536 h 6406786"/>
              <a:gd name="connsiteX0" fmla="*/ 0 w 6640280"/>
              <a:gd name="connsiteY0" fmla="*/ 2536 h 6406786"/>
              <a:gd name="connsiteX1" fmla="*/ 6629943 w 6640280"/>
              <a:gd name="connsiteY1" fmla="*/ 0 h 6406786"/>
              <a:gd name="connsiteX2" fmla="*/ 6639058 w 6640280"/>
              <a:gd name="connsiteY2" fmla="*/ 5092077 h 6406786"/>
              <a:gd name="connsiteX3" fmla="*/ 2247900 w 6640280"/>
              <a:gd name="connsiteY3" fmla="*/ 6406786 h 6406786"/>
              <a:gd name="connsiteX4" fmla="*/ 0 w 6640280"/>
              <a:gd name="connsiteY4" fmla="*/ 2536 h 6406786"/>
              <a:gd name="connsiteX0" fmla="*/ 0 w 6639058"/>
              <a:gd name="connsiteY0" fmla="*/ 0 h 6404250"/>
              <a:gd name="connsiteX1" fmla="*/ 6172743 w 6639058"/>
              <a:gd name="connsiteY1" fmla="*/ 302264 h 6404250"/>
              <a:gd name="connsiteX2" fmla="*/ 6639058 w 6639058"/>
              <a:gd name="connsiteY2" fmla="*/ 5089541 h 6404250"/>
              <a:gd name="connsiteX3" fmla="*/ 2247900 w 6639058"/>
              <a:gd name="connsiteY3" fmla="*/ 6404250 h 6404250"/>
              <a:gd name="connsiteX4" fmla="*/ 0 w 6639058"/>
              <a:gd name="connsiteY4" fmla="*/ 0 h 6404250"/>
              <a:gd name="connsiteX0" fmla="*/ 0 w 6639058"/>
              <a:gd name="connsiteY0" fmla="*/ 0 h 6404250"/>
              <a:gd name="connsiteX1" fmla="*/ 6172743 w 6639058"/>
              <a:gd name="connsiteY1" fmla="*/ 302264 h 6404250"/>
              <a:gd name="connsiteX2" fmla="*/ 6639058 w 6639058"/>
              <a:gd name="connsiteY2" fmla="*/ 5089541 h 6404250"/>
              <a:gd name="connsiteX3" fmla="*/ 2247900 w 6639058"/>
              <a:gd name="connsiteY3" fmla="*/ 6404250 h 6404250"/>
              <a:gd name="connsiteX4" fmla="*/ 0 w 6639058"/>
              <a:gd name="connsiteY4" fmla="*/ 0 h 6404250"/>
              <a:gd name="connsiteX0" fmla="*/ 0 w 6837936"/>
              <a:gd name="connsiteY0" fmla="*/ 0 h 6404250"/>
              <a:gd name="connsiteX1" fmla="*/ 6629943 w 6837936"/>
              <a:gd name="connsiteY1" fmla="*/ 9187 h 6404250"/>
              <a:gd name="connsiteX2" fmla="*/ 6639058 w 6837936"/>
              <a:gd name="connsiteY2" fmla="*/ 5089541 h 6404250"/>
              <a:gd name="connsiteX3" fmla="*/ 2247900 w 6837936"/>
              <a:gd name="connsiteY3" fmla="*/ 6404250 h 6404250"/>
              <a:gd name="connsiteX4" fmla="*/ 0 w 6837936"/>
              <a:gd name="connsiteY4" fmla="*/ 0 h 6404250"/>
              <a:gd name="connsiteX0" fmla="*/ 0 w 6640280"/>
              <a:gd name="connsiteY0" fmla="*/ 0 h 6404250"/>
              <a:gd name="connsiteX1" fmla="*/ 6629943 w 6640280"/>
              <a:gd name="connsiteY1" fmla="*/ 9187 h 6404250"/>
              <a:gd name="connsiteX2" fmla="*/ 6639058 w 6640280"/>
              <a:gd name="connsiteY2" fmla="*/ 5089541 h 6404250"/>
              <a:gd name="connsiteX3" fmla="*/ 2247900 w 6640280"/>
              <a:gd name="connsiteY3" fmla="*/ 6404250 h 6404250"/>
              <a:gd name="connsiteX4" fmla="*/ 0 w 6640280"/>
              <a:gd name="connsiteY4" fmla="*/ 0 h 640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40280" h="6404250">
                <a:moveTo>
                  <a:pt x="0" y="0"/>
                </a:moveTo>
                <a:lnTo>
                  <a:pt x="6629943" y="9187"/>
                </a:lnTo>
                <a:cubicBezTo>
                  <a:pt x="6649287" y="5104681"/>
                  <a:pt x="6634704" y="3376250"/>
                  <a:pt x="6639058" y="5089541"/>
                </a:cubicBezTo>
                <a:lnTo>
                  <a:pt x="2247900" y="64042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none"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04B3C8-1A67-82FE-CA2F-E98300A444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5289" y="656408"/>
            <a:ext cx="4386573" cy="29046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8000"/>
              </a:lnSpc>
              <a:defRPr sz="6600" spc="-30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here</a:t>
            </a:r>
            <a:br>
              <a:rPr lang="en-US"/>
            </a:br>
            <a:r>
              <a:rPr lang="en-US"/>
              <a:t>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7B7E648-848E-90DB-09D2-6B87581AAE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5063" y="5355772"/>
            <a:ext cx="5495846" cy="41801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200" b="0" strike="noStrike" kern="1200" spc="0" baseline="0" dirty="0">
                <a:solidFill>
                  <a:schemeClr val="tx1"/>
                </a:solidFill>
                <a:effectLst/>
                <a:latin typeface="TESCO Modern" panose="0200050603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date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20F927-3831-02DF-84F7-D6AEA85522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4496889"/>
            <a:ext cx="5495846" cy="786311"/>
          </a:xfrm>
        </p:spPr>
        <p:txBody>
          <a:bodyPr anchor="t" anchorCtr="0"/>
          <a:lstStyle>
            <a:lvl1pPr>
              <a:spcAft>
                <a:spcPts val="0"/>
              </a:spcAft>
              <a:defRPr sz="2200" b="0" strike="noStrike" spc="0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en-GB"/>
              <a:t>Click to add presenter’s name, title</a:t>
            </a:r>
            <a:endParaRPr lang="en-US"/>
          </a:p>
        </p:txBody>
      </p:sp>
      <p:pic>
        <p:nvPicPr>
          <p:cNvPr id="5" name="Picture 4" descr="A red and blue logo&#10;&#10;Description automatically generated">
            <a:extLst>
              <a:ext uri="{FF2B5EF4-FFF2-40B4-BE49-F238E27FC236}">
                <a16:creationId xmlns:a16="http://schemas.microsoft.com/office/drawing/2014/main" id="{1A5C6AE5-2A82-D715-F67B-0B76F7F149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067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A43B10-4010-44D6-97A4-96534CBCB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9" y="342000"/>
            <a:ext cx="4050982" cy="1086750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17B93C99-7AB1-4E6B-884B-D73D95635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662006"/>
            <a:ext cx="4485321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spc="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EDB97A-485A-4D42-95B1-DD39B05A42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289" y="2651759"/>
            <a:ext cx="4485322" cy="3225801"/>
          </a:xfrm>
        </p:spPr>
        <p:txBody>
          <a:bodyPr/>
          <a:lstStyle>
            <a:lvl1pPr>
              <a:defRPr sz="2100" spc="0" baseline="0"/>
            </a:lvl1pPr>
            <a:lvl2pPr>
              <a:defRPr sz="2200" spc="0" baseline="0"/>
            </a:lvl2pPr>
            <a:lvl3pPr>
              <a:defRPr sz="2100"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AB9411-9476-13B6-D69A-A8851EC86F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21382" y="0"/>
            <a:ext cx="7870618" cy="640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148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A43B10-4010-44D6-97A4-96534CBCB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9" y="342000"/>
            <a:ext cx="4050982" cy="1086750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17B93C99-7AB1-4E6B-884B-D73D95635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662006"/>
            <a:ext cx="4485321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spc="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EDB97A-485A-4D42-95B1-DD39B05A42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289" y="2651759"/>
            <a:ext cx="4485322" cy="3225801"/>
          </a:xfrm>
        </p:spPr>
        <p:txBody>
          <a:bodyPr/>
          <a:lstStyle>
            <a:lvl1pPr>
              <a:defRPr sz="2100" spc="0" baseline="0"/>
            </a:lvl1pPr>
            <a:lvl2pPr>
              <a:defRPr sz="2200" spc="0" baseline="0"/>
            </a:lvl2pPr>
            <a:lvl3pPr>
              <a:defRPr sz="2100"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639A890-E613-D2FE-B9AE-B4FBAB647C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black">
          <a:xfrm>
            <a:off x="4323750" y="-19050"/>
            <a:ext cx="7869507" cy="6404250"/>
          </a:xfrm>
          <a:custGeom>
            <a:avLst/>
            <a:gdLst>
              <a:gd name="connsiteX0" fmla="*/ 0 w 6630000"/>
              <a:gd name="connsiteY0" fmla="*/ 0 h 5623200"/>
              <a:gd name="connsiteX1" fmla="*/ 6630000 w 6630000"/>
              <a:gd name="connsiteY1" fmla="*/ 0 h 5623200"/>
              <a:gd name="connsiteX2" fmla="*/ 6630000 w 6630000"/>
              <a:gd name="connsiteY2" fmla="*/ 5623200 h 5623200"/>
              <a:gd name="connsiteX3" fmla="*/ 0 w 6630000"/>
              <a:gd name="connsiteY3" fmla="*/ 5623200 h 5623200"/>
              <a:gd name="connsiteX4" fmla="*/ 0 w 6630000"/>
              <a:gd name="connsiteY4" fmla="*/ 0 h 5623200"/>
              <a:gd name="connsiteX0" fmla="*/ 0 w 6630000"/>
              <a:gd name="connsiteY0" fmla="*/ 0 h 6385200"/>
              <a:gd name="connsiteX1" fmla="*/ 6630000 w 6630000"/>
              <a:gd name="connsiteY1" fmla="*/ 0 h 6385200"/>
              <a:gd name="connsiteX2" fmla="*/ 6630000 w 6630000"/>
              <a:gd name="connsiteY2" fmla="*/ 5623200 h 6385200"/>
              <a:gd name="connsiteX3" fmla="*/ 1009650 w 6630000"/>
              <a:gd name="connsiteY3" fmla="*/ 6385200 h 6385200"/>
              <a:gd name="connsiteX4" fmla="*/ 0 w 6630000"/>
              <a:gd name="connsiteY4" fmla="*/ 0 h 6385200"/>
              <a:gd name="connsiteX0" fmla="*/ 0 w 7868250"/>
              <a:gd name="connsiteY0" fmla="*/ 0 h 6404250"/>
              <a:gd name="connsiteX1" fmla="*/ 7868250 w 7868250"/>
              <a:gd name="connsiteY1" fmla="*/ 19050 h 6404250"/>
              <a:gd name="connsiteX2" fmla="*/ 7868250 w 7868250"/>
              <a:gd name="connsiteY2" fmla="*/ 5642250 h 6404250"/>
              <a:gd name="connsiteX3" fmla="*/ 2247900 w 7868250"/>
              <a:gd name="connsiteY3" fmla="*/ 6404250 h 6404250"/>
              <a:gd name="connsiteX4" fmla="*/ 0 w 7868250"/>
              <a:gd name="connsiteY4" fmla="*/ 0 h 6404250"/>
              <a:gd name="connsiteX0" fmla="*/ 0 w 7881313"/>
              <a:gd name="connsiteY0" fmla="*/ 0 h 6404250"/>
              <a:gd name="connsiteX1" fmla="*/ 7868250 w 7881313"/>
              <a:gd name="connsiteY1" fmla="*/ 19050 h 6404250"/>
              <a:gd name="connsiteX2" fmla="*/ 7881313 w 7881313"/>
              <a:gd name="connsiteY2" fmla="*/ 5158924 h 6404250"/>
              <a:gd name="connsiteX3" fmla="*/ 2247900 w 7881313"/>
              <a:gd name="connsiteY3" fmla="*/ 6404250 h 6404250"/>
              <a:gd name="connsiteX4" fmla="*/ 0 w 7881313"/>
              <a:gd name="connsiteY4" fmla="*/ 0 h 6404250"/>
              <a:gd name="connsiteX0" fmla="*/ 0 w 7869507"/>
              <a:gd name="connsiteY0" fmla="*/ 0 h 6404250"/>
              <a:gd name="connsiteX1" fmla="*/ 7868250 w 7869507"/>
              <a:gd name="connsiteY1" fmla="*/ 19050 h 6404250"/>
              <a:gd name="connsiteX2" fmla="*/ 7868251 w 7869507"/>
              <a:gd name="connsiteY2" fmla="*/ 4714787 h 6404250"/>
              <a:gd name="connsiteX3" fmla="*/ 2247900 w 7869507"/>
              <a:gd name="connsiteY3" fmla="*/ 6404250 h 6404250"/>
              <a:gd name="connsiteX4" fmla="*/ 0 w 7869507"/>
              <a:gd name="connsiteY4" fmla="*/ 0 h 640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9507" h="6404250">
                <a:moveTo>
                  <a:pt x="0" y="0"/>
                </a:moveTo>
                <a:lnTo>
                  <a:pt x="7868250" y="19050"/>
                </a:lnTo>
                <a:cubicBezTo>
                  <a:pt x="7872604" y="1732341"/>
                  <a:pt x="7863897" y="3001496"/>
                  <a:pt x="7868251" y="4714787"/>
                </a:cubicBezTo>
                <a:lnTo>
                  <a:pt x="2247900" y="64042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none"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5124445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 Large 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9AC704D-7965-4A14-AFB7-84C795D77B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5289" y="1789714"/>
            <a:ext cx="4555084" cy="417359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75000"/>
              </a:lnSpc>
              <a:defRPr sz="8800" b="1" i="0" spc="-300" baseline="0">
                <a:solidFill>
                  <a:schemeClr val="accent1"/>
                </a:solidFill>
                <a:latin typeface="TESCO Modern" panose="02000506030000020004" pitchFamily="2" charset="77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01BCFA-203A-6642-9409-C48AA8112C78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35C7670-8B15-1948-8BF4-8FC81A0A1F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5063" y="395288"/>
            <a:ext cx="3928688" cy="41801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200" b="0" kern="1200" spc="0" baseline="0" dirty="0">
                <a:solidFill>
                  <a:schemeClr val="tx1"/>
                </a:solidFill>
                <a:effectLst/>
                <a:latin typeface="TESCO Modern" panose="0200050603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date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405B1E-075E-A1C8-A2F8-525180EC270A}"/>
              </a:ext>
            </a:extLst>
          </p:cNvPr>
          <p:cNvSpPr/>
          <p:nvPr userDrawn="1"/>
        </p:nvSpPr>
        <p:spPr>
          <a:xfrm>
            <a:off x="10547131" y="6101255"/>
            <a:ext cx="1418897" cy="599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red and blue logo&#10;&#10;Description automatically generated">
            <a:extLst>
              <a:ext uri="{FF2B5EF4-FFF2-40B4-BE49-F238E27FC236}">
                <a16:creationId xmlns:a16="http://schemas.microsoft.com/office/drawing/2014/main" id="{5CD3C359-39EA-2AFE-11D2-B26225B59C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3B3BA4-3DC9-4F2F-AD7E-FEC7BC28C4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5576" y="0"/>
            <a:ext cx="6645216" cy="640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1773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Large 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9AC704D-7965-4A14-AFB7-84C795D77B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5289" y="1789714"/>
            <a:ext cx="4555084" cy="417359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75000"/>
              </a:lnSpc>
              <a:defRPr sz="8800" b="1" i="0" spc="-300" baseline="0">
                <a:solidFill>
                  <a:schemeClr val="accent1"/>
                </a:solidFill>
                <a:latin typeface="TESCO Modern" panose="02000506030000020004" pitchFamily="2" charset="77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01BCFA-203A-6642-9409-C48AA8112C78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35C7670-8B15-1948-8BF4-8FC81A0A1F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5063" y="395288"/>
            <a:ext cx="3928688" cy="41801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200" b="0" kern="1200" spc="0" baseline="0" dirty="0">
                <a:solidFill>
                  <a:schemeClr val="tx1"/>
                </a:solidFill>
                <a:effectLst/>
                <a:latin typeface="TESCO Modern" panose="0200050603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date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405B1E-075E-A1C8-A2F8-525180EC270A}"/>
              </a:ext>
            </a:extLst>
          </p:cNvPr>
          <p:cNvSpPr/>
          <p:nvPr userDrawn="1"/>
        </p:nvSpPr>
        <p:spPr>
          <a:xfrm>
            <a:off x="10547131" y="6101255"/>
            <a:ext cx="1418897" cy="599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8185E18B-8414-DFD8-B538-A44C2AA986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black">
          <a:xfrm>
            <a:off x="4323750" y="-19050"/>
            <a:ext cx="7869507" cy="6404250"/>
          </a:xfrm>
          <a:custGeom>
            <a:avLst/>
            <a:gdLst>
              <a:gd name="connsiteX0" fmla="*/ 0 w 6630000"/>
              <a:gd name="connsiteY0" fmla="*/ 0 h 5623200"/>
              <a:gd name="connsiteX1" fmla="*/ 6630000 w 6630000"/>
              <a:gd name="connsiteY1" fmla="*/ 0 h 5623200"/>
              <a:gd name="connsiteX2" fmla="*/ 6630000 w 6630000"/>
              <a:gd name="connsiteY2" fmla="*/ 5623200 h 5623200"/>
              <a:gd name="connsiteX3" fmla="*/ 0 w 6630000"/>
              <a:gd name="connsiteY3" fmla="*/ 5623200 h 5623200"/>
              <a:gd name="connsiteX4" fmla="*/ 0 w 6630000"/>
              <a:gd name="connsiteY4" fmla="*/ 0 h 5623200"/>
              <a:gd name="connsiteX0" fmla="*/ 0 w 6630000"/>
              <a:gd name="connsiteY0" fmla="*/ 0 h 6385200"/>
              <a:gd name="connsiteX1" fmla="*/ 6630000 w 6630000"/>
              <a:gd name="connsiteY1" fmla="*/ 0 h 6385200"/>
              <a:gd name="connsiteX2" fmla="*/ 6630000 w 6630000"/>
              <a:gd name="connsiteY2" fmla="*/ 5623200 h 6385200"/>
              <a:gd name="connsiteX3" fmla="*/ 1009650 w 6630000"/>
              <a:gd name="connsiteY3" fmla="*/ 6385200 h 6385200"/>
              <a:gd name="connsiteX4" fmla="*/ 0 w 6630000"/>
              <a:gd name="connsiteY4" fmla="*/ 0 h 6385200"/>
              <a:gd name="connsiteX0" fmla="*/ 0 w 7868250"/>
              <a:gd name="connsiteY0" fmla="*/ 0 h 6404250"/>
              <a:gd name="connsiteX1" fmla="*/ 7868250 w 7868250"/>
              <a:gd name="connsiteY1" fmla="*/ 19050 h 6404250"/>
              <a:gd name="connsiteX2" fmla="*/ 7868250 w 7868250"/>
              <a:gd name="connsiteY2" fmla="*/ 5642250 h 6404250"/>
              <a:gd name="connsiteX3" fmla="*/ 2247900 w 7868250"/>
              <a:gd name="connsiteY3" fmla="*/ 6404250 h 6404250"/>
              <a:gd name="connsiteX4" fmla="*/ 0 w 7868250"/>
              <a:gd name="connsiteY4" fmla="*/ 0 h 6404250"/>
              <a:gd name="connsiteX0" fmla="*/ 0 w 7881313"/>
              <a:gd name="connsiteY0" fmla="*/ 0 h 6404250"/>
              <a:gd name="connsiteX1" fmla="*/ 7868250 w 7881313"/>
              <a:gd name="connsiteY1" fmla="*/ 19050 h 6404250"/>
              <a:gd name="connsiteX2" fmla="*/ 7881313 w 7881313"/>
              <a:gd name="connsiteY2" fmla="*/ 5158924 h 6404250"/>
              <a:gd name="connsiteX3" fmla="*/ 2247900 w 7881313"/>
              <a:gd name="connsiteY3" fmla="*/ 6404250 h 6404250"/>
              <a:gd name="connsiteX4" fmla="*/ 0 w 7881313"/>
              <a:gd name="connsiteY4" fmla="*/ 0 h 6404250"/>
              <a:gd name="connsiteX0" fmla="*/ 0 w 7869507"/>
              <a:gd name="connsiteY0" fmla="*/ 0 h 6404250"/>
              <a:gd name="connsiteX1" fmla="*/ 7868250 w 7869507"/>
              <a:gd name="connsiteY1" fmla="*/ 19050 h 6404250"/>
              <a:gd name="connsiteX2" fmla="*/ 7868251 w 7869507"/>
              <a:gd name="connsiteY2" fmla="*/ 4714787 h 6404250"/>
              <a:gd name="connsiteX3" fmla="*/ 2247900 w 7869507"/>
              <a:gd name="connsiteY3" fmla="*/ 6404250 h 6404250"/>
              <a:gd name="connsiteX4" fmla="*/ 0 w 7869507"/>
              <a:gd name="connsiteY4" fmla="*/ 0 h 640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9507" h="6404250">
                <a:moveTo>
                  <a:pt x="0" y="0"/>
                </a:moveTo>
                <a:lnTo>
                  <a:pt x="7868250" y="19050"/>
                </a:lnTo>
                <a:cubicBezTo>
                  <a:pt x="7872604" y="1732341"/>
                  <a:pt x="7863897" y="3001496"/>
                  <a:pt x="7868251" y="4714787"/>
                </a:cubicBezTo>
                <a:lnTo>
                  <a:pt x="2247900" y="64042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none"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pic>
        <p:nvPicPr>
          <p:cNvPr id="6" name="Picture 5" descr="A red and blue logo&#10;&#10;Description automatically generated">
            <a:extLst>
              <a:ext uri="{FF2B5EF4-FFF2-40B4-BE49-F238E27FC236}">
                <a16:creationId xmlns:a16="http://schemas.microsoft.com/office/drawing/2014/main" id="{5CD3C359-39EA-2AFE-11D2-B26225B59C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54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Large 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01BCFA-203A-6642-9409-C48AA8112C78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405B1E-075E-A1C8-A2F8-525180EC270A}"/>
              </a:ext>
            </a:extLst>
          </p:cNvPr>
          <p:cNvSpPr/>
          <p:nvPr userDrawn="1"/>
        </p:nvSpPr>
        <p:spPr>
          <a:xfrm>
            <a:off x="10547131" y="6101255"/>
            <a:ext cx="1418897" cy="599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AB6C34-2A30-B37E-B01A-068D5080F681}"/>
              </a:ext>
            </a:extLst>
          </p:cNvPr>
          <p:cNvSpPr/>
          <p:nvPr userDrawn="1"/>
        </p:nvSpPr>
        <p:spPr>
          <a:xfrm>
            <a:off x="599090" y="-1"/>
            <a:ext cx="11592911" cy="6637283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133600 w 12192000"/>
              <a:gd name="connsiteY3" fmla="*/ 6332483 h 6858000"/>
              <a:gd name="connsiteX4" fmla="*/ 0 w 12192000"/>
              <a:gd name="connsiteY4" fmla="*/ 0 h 6858000"/>
              <a:gd name="connsiteX0" fmla="*/ 0 w 12192000"/>
              <a:gd name="connsiteY0" fmla="*/ 0 h 6332483"/>
              <a:gd name="connsiteX1" fmla="*/ 12192000 w 12192000"/>
              <a:gd name="connsiteY1" fmla="*/ 0 h 6332483"/>
              <a:gd name="connsiteX2" fmla="*/ 12192000 w 12192000"/>
              <a:gd name="connsiteY2" fmla="*/ 4608787 h 6332483"/>
              <a:gd name="connsiteX3" fmla="*/ 2133600 w 12192000"/>
              <a:gd name="connsiteY3" fmla="*/ 6332483 h 6332483"/>
              <a:gd name="connsiteX4" fmla="*/ 0 w 12192000"/>
              <a:gd name="connsiteY4" fmla="*/ 0 h 6332483"/>
              <a:gd name="connsiteX0" fmla="*/ 0 w 12192000"/>
              <a:gd name="connsiteY0" fmla="*/ 0 h 6637283"/>
              <a:gd name="connsiteX1" fmla="*/ 12192000 w 12192000"/>
              <a:gd name="connsiteY1" fmla="*/ 0 h 6637283"/>
              <a:gd name="connsiteX2" fmla="*/ 12192000 w 12192000"/>
              <a:gd name="connsiteY2" fmla="*/ 4608787 h 6637283"/>
              <a:gd name="connsiteX3" fmla="*/ 2228193 w 12192000"/>
              <a:gd name="connsiteY3" fmla="*/ 6637283 h 6637283"/>
              <a:gd name="connsiteX4" fmla="*/ 0 w 12192000"/>
              <a:gd name="connsiteY4" fmla="*/ 0 h 6637283"/>
              <a:gd name="connsiteX0" fmla="*/ 0 w 11592911"/>
              <a:gd name="connsiteY0" fmla="*/ 0 h 6637283"/>
              <a:gd name="connsiteX1" fmla="*/ 11592911 w 11592911"/>
              <a:gd name="connsiteY1" fmla="*/ 0 h 6637283"/>
              <a:gd name="connsiteX2" fmla="*/ 11592911 w 11592911"/>
              <a:gd name="connsiteY2" fmla="*/ 4608787 h 6637283"/>
              <a:gd name="connsiteX3" fmla="*/ 1629104 w 11592911"/>
              <a:gd name="connsiteY3" fmla="*/ 6637283 h 6637283"/>
              <a:gd name="connsiteX4" fmla="*/ 0 w 11592911"/>
              <a:gd name="connsiteY4" fmla="*/ 0 h 663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92911" h="6637283">
                <a:moveTo>
                  <a:pt x="0" y="0"/>
                </a:moveTo>
                <a:lnTo>
                  <a:pt x="11592911" y="0"/>
                </a:lnTo>
                <a:lnTo>
                  <a:pt x="11592911" y="4608787"/>
                </a:lnTo>
                <a:lnTo>
                  <a:pt x="1629104" y="663728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8">
            <a:extLst>
              <a:ext uri="{FF2B5EF4-FFF2-40B4-BE49-F238E27FC236}">
                <a16:creationId xmlns:a16="http://schemas.microsoft.com/office/drawing/2014/main" id="{44C5B04B-3CDA-BC2B-66DD-47185FC10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783" y="2106119"/>
            <a:ext cx="9462353" cy="2786724"/>
          </a:xfrm>
        </p:spPr>
        <p:txBody>
          <a:bodyPr anchor="t"/>
          <a:lstStyle>
            <a:lvl1pPr>
              <a:lnSpc>
                <a:spcPct val="70000"/>
              </a:lnSpc>
              <a:defRPr sz="8800"/>
            </a:lvl1pPr>
          </a:lstStyle>
          <a:p>
            <a:r>
              <a:rPr lang="en-US" spc="-150">
                <a:solidFill>
                  <a:schemeClr val="bg1"/>
                </a:solidFill>
              </a:rPr>
              <a:t>Click to edit Master title style</a:t>
            </a:r>
            <a:endParaRPr lang="en-GB" spc="-150">
              <a:solidFill>
                <a:schemeClr val="bg2"/>
              </a:solidFill>
            </a:endParaRPr>
          </a:p>
        </p:txBody>
      </p:sp>
      <p:pic>
        <p:nvPicPr>
          <p:cNvPr id="7" name="Picture 6" descr="A red and blue logo&#10;&#10;Description automatically generated">
            <a:extLst>
              <a:ext uri="{FF2B5EF4-FFF2-40B4-BE49-F238E27FC236}">
                <a16:creationId xmlns:a16="http://schemas.microsoft.com/office/drawing/2014/main" id="{C6987CC1-9C25-7EC6-1E8A-B32301D18D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106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Divider Temp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1EB1CA-D956-564A-BABC-2B31B1CC560B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503B9E-C8E3-0736-C1D8-38E3C6B3B66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black">
          <a:xfrm>
            <a:off x="5567920" y="-19050"/>
            <a:ext cx="6640280" cy="6404250"/>
          </a:xfrm>
          <a:custGeom>
            <a:avLst/>
            <a:gdLst>
              <a:gd name="connsiteX0" fmla="*/ 0 w 6630000"/>
              <a:gd name="connsiteY0" fmla="*/ 0 h 5623200"/>
              <a:gd name="connsiteX1" fmla="*/ 6630000 w 6630000"/>
              <a:gd name="connsiteY1" fmla="*/ 0 h 5623200"/>
              <a:gd name="connsiteX2" fmla="*/ 6630000 w 6630000"/>
              <a:gd name="connsiteY2" fmla="*/ 5623200 h 5623200"/>
              <a:gd name="connsiteX3" fmla="*/ 0 w 6630000"/>
              <a:gd name="connsiteY3" fmla="*/ 5623200 h 5623200"/>
              <a:gd name="connsiteX4" fmla="*/ 0 w 6630000"/>
              <a:gd name="connsiteY4" fmla="*/ 0 h 5623200"/>
              <a:gd name="connsiteX0" fmla="*/ 0 w 6630000"/>
              <a:gd name="connsiteY0" fmla="*/ 0 h 6385200"/>
              <a:gd name="connsiteX1" fmla="*/ 6630000 w 6630000"/>
              <a:gd name="connsiteY1" fmla="*/ 0 h 6385200"/>
              <a:gd name="connsiteX2" fmla="*/ 6630000 w 6630000"/>
              <a:gd name="connsiteY2" fmla="*/ 5623200 h 6385200"/>
              <a:gd name="connsiteX3" fmla="*/ 1009650 w 6630000"/>
              <a:gd name="connsiteY3" fmla="*/ 6385200 h 6385200"/>
              <a:gd name="connsiteX4" fmla="*/ 0 w 6630000"/>
              <a:gd name="connsiteY4" fmla="*/ 0 h 6385200"/>
              <a:gd name="connsiteX0" fmla="*/ 0 w 7868250"/>
              <a:gd name="connsiteY0" fmla="*/ 0 h 6404250"/>
              <a:gd name="connsiteX1" fmla="*/ 7868250 w 7868250"/>
              <a:gd name="connsiteY1" fmla="*/ 19050 h 6404250"/>
              <a:gd name="connsiteX2" fmla="*/ 7868250 w 7868250"/>
              <a:gd name="connsiteY2" fmla="*/ 5642250 h 6404250"/>
              <a:gd name="connsiteX3" fmla="*/ 2247900 w 7868250"/>
              <a:gd name="connsiteY3" fmla="*/ 6404250 h 6404250"/>
              <a:gd name="connsiteX4" fmla="*/ 0 w 7868250"/>
              <a:gd name="connsiteY4" fmla="*/ 0 h 6404250"/>
              <a:gd name="connsiteX0" fmla="*/ 0 w 7881313"/>
              <a:gd name="connsiteY0" fmla="*/ 0 h 6404250"/>
              <a:gd name="connsiteX1" fmla="*/ 7868250 w 7881313"/>
              <a:gd name="connsiteY1" fmla="*/ 19050 h 6404250"/>
              <a:gd name="connsiteX2" fmla="*/ 7881313 w 7881313"/>
              <a:gd name="connsiteY2" fmla="*/ 5158924 h 6404250"/>
              <a:gd name="connsiteX3" fmla="*/ 2247900 w 7881313"/>
              <a:gd name="connsiteY3" fmla="*/ 6404250 h 6404250"/>
              <a:gd name="connsiteX4" fmla="*/ 0 w 7881313"/>
              <a:gd name="connsiteY4" fmla="*/ 0 h 6404250"/>
              <a:gd name="connsiteX0" fmla="*/ 0 w 7869507"/>
              <a:gd name="connsiteY0" fmla="*/ 0 h 6404250"/>
              <a:gd name="connsiteX1" fmla="*/ 7868250 w 7869507"/>
              <a:gd name="connsiteY1" fmla="*/ 19050 h 6404250"/>
              <a:gd name="connsiteX2" fmla="*/ 7868251 w 7869507"/>
              <a:gd name="connsiteY2" fmla="*/ 4714787 h 6404250"/>
              <a:gd name="connsiteX3" fmla="*/ 2247900 w 7869507"/>
              <a:gd name="connsiteY3" fmla="*/ 6404250 h 6404250"/>
              <a:gd name="connsiteX4" fmla="*/ 0 w 7869507"/>
              <a:gd name="connsiteY4" fmla="*/ 0 h 6404250"/>
              <a:gd name="connsiteX0" fmla="*/ 0 w 7868251"/>
              <a:gd name="connsiteY0" fmla="*/ 0 h 6404250"/>
              <a:gd name="connsiteX1" fmla="*/ 6474165 w 7868251"/>
              <a:gd name="connsiteY1" fmla="*/ 19050 h 6404250"/>
              <a:gd name="connsiteX2" fmla="*/ 7868251 w 7868251"/>
              <a:gd name="connsiteY2" fmla="*/ 4714787 h 6404250"/>
              <a:gd name="connsiteX3" fmla="*/ 2247900 w 7868251"/>
              <a:gd name="connsiteY3" fmla="*/ 6404250 h 6404250"/>
              <a:gd name="connsiteX4" fmla="*/ 0 w 7868251"/>
              <a:gd name="connsiteY4" fmla="*/ 0 h 6404250"/>
              <a:gd name="connsiteX0" fmla="*/ 0 w 7868251"/>
              <a:gd name="connsiteY0" fmla="*/ 0 h 6404250"/>
              <a:gd name="connsiteX1" fmla="*/ 6654047 w 7868251"/>
              <a:gd name="connsiteY1" fmla="*/ 19050 h 6404250"/>
              <a:gd name="connsiteX2" fmla="*/ 7868251 w 7868251"/>
              <a:gd name="connsiteY2" fmla="*/ 4714787 h 6404250"/>
              <a:gd name="connsiteX3" fmla="*/ 2247900 w 7868251"/>
              <a:gd name="connsiteY3" fmla="*/ 6404250 h 6404250"/>
              <a:gd name="connsiteX4" fmla="*/ 0 w 7868251"/>
              <a:gd name="connsiteY4" fmla="*/ 0 h 6404250"/>
              <a:gd name="connsiteX0" fmla="*/ 0 w 7868251"/>
              <a:gd name="connsiteY0" fmla="*/ 0 h 6404250"/>
              <a:gd name="connsiteX1" fmla="*/ 6654047 w 7868251"/>
              <a:gd name="connsiteY1" fmla="*/ 19050 h 6404250"/>
              <a:gd name="connsiteX2" fmla="*/ 7868251 w 7868251"/>
              <a:gd name="connsiteY2" fmla="*/ 4714787 h 6404250"/>
              <a:gd name="connsiteX3" fmla="*/ 2247900 w 7868251"/>
              <a:gd name="connsiteY3" fmla="*/ 6404250 h 6404250"/>
              <a:gd name="connsiteX4" fmla="*/ 0 w 7868251"/>
              <a:gd name="connsiteY4" fmla="*/ 0 h 6404250"/>
              <a:gd name="connsiteX0" fmla="*/ 0 w 6659498"/>
              <a:gd name="connsiteY0" fmla="*/ 0 h 6404250"/>
              <a:gd name="connsiteX1" fmla="*/ 6654047 w 6659498"/>
              <a:gd name="connsiteY1" fmla="*/ 19050 h 6404250"/>
              <a:gd name="connsiteX2" fmla="*/ 6639058 w 6659498"/>
              <a:gd name="connsiteY2" fmla="*/ 5089541 h 6404250"/>
              <a:gd name="connsiteX3" fmla="*/ 2247900 w 6659498"/>
              <a:gd name="connsiteY3" fmla="*/ 6404250 h 6404250"/>
              <a:gd name="connsiteX4" fmla="*/ 0 w 6659498"/>
              <a:gd name="connsiteY4" fmla="*/ 0 h 6404250"/>
              <a:gd name="connsiteX0" fmla="*/ 0 w 6639058"/>
              <a:gd name="connsiteY0" fmla="*/ 0 h 6404250"/>
              <a:gd name="connsiteX1" fmla="*/ 6609076 w 6639058"/>
              <a:gd name="connsiteY1" fmla="*/ 34040 h 6404250"/>
              <a:gd name="connsiteX2" fmla="*/ 6639058 w 6639058"/>
              <a:gd name="connsiteY2" fmla="*/ 5089541 h 6404250"/>
              <a:gd name="connsiteX3" fmla="*/ 2247900 w 6639058"/>
              <a:gd name="connsiteY3" fmla="*/ 6404250 h 6404250"/>
              <a:gd name="connsiteX4" fmla="*/ 0 w 6639058"/>
              <a:gd name="connsiteY4" fmla="*/ 0 h 6404250"/>
              <a:gd name="connsiteX0" fmla="*/ 0 w 6639058"/>
              <a:gd name="connsiteY0" fmla="*/ 2536 h 6406786"/>
              <a:gd name="connsiteX1" fmla="*/ 6618220 w 6639058"/>
              <a:gd name="connsiteY1" fmla="*/ 0 h 6406786"/>
              <a:gd name="connsiteX2" fmla="*/ 6639058 w 6639058"/>
              <a:gd name="connsiteY2" fmla="*/ 5092077 h 6406786"/>
              <a:gd name="connsiteX3" fmla="*/ 2247900 w 6639058"/>
              <a:gd name="connsiteY3" fmla="*/ 6406786 h 6406786"/>
              <a:gd name="connsiteX4" fmla="*/ 0 w 6639058"/>
              <a:gd name="connsiteY4" fmla="*/ 2536 h 6406786"/>
              <a:gd name="connsiteX0" fmla="*/ 0 w 6640280"/>
              <a:gd name="connsiteY0" fmla="*/ 2536 h 6406786"/>
              <a:gd name="connsiteX1" fmla="*/ 6629943 w 6640280"/>
              <a:gd name="connsiteY1" fmla="*/ 0 h 6406786"/>
              <a:gd name="connsiteX2" fmla="*/ 6639058 w 6640280"/>
              <a:gd name="connsiteY2" fmla="*/ 5092077 h 6406786"/>
              <a:gd name="connsiteX3" fmla="*/ 2247900 w 6640280"/>
              <a:gd name="connsiteY3" fmla="*/ 6406786 h 6406786"/>
              <a:gd name="connsiteX4" fmla="*/ 0 w 6640280"/>
              <a:gd name="connsiteY4" fmla="*/ 2536 h 6406786"/>
              <a:gd name="connsiteX0" fmla="*/ 0 w 6639058"/>
              <a:gd name="connsiteY0" fmla="*/ 0 h 6404250"/>
              <a:gd name="connsiteX1" fmla="*/ 6172743 w 6639058"/>
              <a:gd name="connsiteY1" fmla="*/ 302264 h 6404250"/>
              <a:gd name="connsiteX2" fmla="*/ 6639058 w 6639058"/>
              <a:gd name="connsiteY2" fmla="*/ 5089541 h 6404250"/>
              <a:gd name="connsiteX3" fmla="*/ 2247900 w 6639058"/>
              <a:gd name="connsiteY3" fmla="*/ 6404250 h 6404250"/>
              <a:gd name="connsiteX4" fmla="*/ 0 w 6639058"/>
              <a:gd name="connsiteY4" fmla="*/ 0 h 6404250"/>
              <a:gd name="connsiteX0" fmla="*/ 0 w 6639058"/>
              <a:gd name="connsiteY0" fmla="*/ 0 h 6404250"/>
              <a:gd name="connsiteX1" fmla="*/ 6172743 w 6639058"/>
              <a:gd name="connsiteY1" fmla="*/ 302264 h 6404250"/>
              <a:gd name="connsiteX2" fmla="*/ 6639058 w 6639058"/>
              <a:gd name="connsiteY2" fmla="*/ 5089541 h 6404250"/>
              <a:gd name="connsiteX3" fmla="*/ 2247900 w 6639058"/>
              <a:gd name="connsiteY3" fmla="*/ 6404250 h 6404250"/>
              <a:gd name="connsiteX4" fmla="*/ 0 w 6639058"/>
              <a:gd name="connsiteY4" fmla="*/ 0 h 6404250"/>
              <a:gd name="connsiteX0" fmla="*/ 0 w 6837936"/>
              <a:gd name="connsiteY0" fmla="*/ 0 h 6404250"/>
              <a:gd name="connsiteX1" fmla="*/ 6629943 w 6837936"/>
              <a:gd name="connsiteY1" fmla="*/ 9187 h 6404250"/>
              <a:gd name="connsiteX2" fmla="*/ 6639058 w 6837936"/>
              <a:gd name="connsiteY2" fmla="*/ 5089541 h 6404250"/>
              <a:gd name="connsiteX3" fmla="*/ 2247900 w 6837936"/>
              <a:gd name="connsiteY3" fmla="*/ 6404250 h 6404250"/>
              <a:gd name="connsiteX4" fmla="*/ 0 w 6837936"/>
              <a:gd name="connsiteY4" fmla="*/ 0 h 6404250"/>
              <a:gd name="connsiteX0" fmla="*/ 0 w 6640280"/>
              <a:gd name="connsiteY0" fmla="*/ 0 h 6404250"/>
              <a:gd name="connsiteX1" fmla="*/ 6629943 w 6640280"/>
              <a:gd name="connsiteY1" fmla="*/ 9187 h 6404250"/>
              <a:gd name="connsiteX2" fmla="*/ 6639058 w 6640280"/>
              <a:gd name="connsiteY2" fmla="*/ 5089541 h 6404250"/>
              <a:gd name="connsiteX3" fmla="*/ 2247900 w 6640280"/>
              <a:gd name="connsiteY3" fmla="*/ 6404250 h 6404250"/>
              <a:gd name="connsiteX4" fmla="*/ 0 w 6640280"/>
              <a:gd name="connsiteY4" fmla="*/ 0 h 640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40280" h="6404250">
                <a:moveTo>
                  <a:pt x="0" y="0"/>
                </a:moveTo>
                <a:lnTo>
                  <a:pt x="6629943" y="9187"/>
                </a:lnTo>
                <a:cubicBezTo>
                  <a:pt x="6649287" y="5104681"/>
                  <a:pt x="6634704" y="3376250"/>
                  <a:pt x="6639058" y="5089541"/>
                </a:cubicBezTo>
                <a:lnTo>
                  <a:pt x="2247900" y="64042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none"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60EF37-8E28-9D02-0CC7-8898B234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42000"/>
            <a:ext cx="5172075" cy="657799"/>
          </a:xfrm>
        </p:spPr>
        <p:txBody>
          <a:bodyPr/>
          <a:lstStyle>
            <a:lvl1pPr>
              <a:defRPr strike="noStrike"/>
            </a:lvl1pPr>
          </a:lstStyle>
          <a:p>
            <a:r>
              <a:rPr lang="en-US"/>
              <a:t>Click to edit Master title style</a:t>
            </a:r>
            <a:endParaRPr lang="en-GB">
              <a:solidFill>
                <a:schemeClr val="bg2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BD5D4B-AA29-F0FE-F2C7-94AAF99EDE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9" y="1010496"/>
            <a:ext cx="5172074" cy="403100"/>
          </a:xfrm>
        </p:spPr>
        <p:txBody>
          <a:bodyPr/>
          <a:lstStyle>
            <a:lvl1pPr>
              <a:defRPr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red and blue logo&#10;&#10;Description automatically generated">
            <a:extLst>
              <a:ext uri="{FF2B5EF4-FFF2-40B4-BE49-F238E27FC236}">
                <a16:creationId xmlns:a16="http://schemas.microsoft.com/office/drawing/2014/main" id="{BAEA1AAD-2DCA-45BF-758A-40001C78A9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85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Divider Temp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1EB1CA-D956-564A-BABC-2B31B1CC560B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503B9E-C8E3-0736-C1D8-38E3C6B3B66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black">
          <a:xfrm flipH="1">
            <a:off x="-16042" y="-9008"/>
            <a:ext cx="6640280" cy="6404250"/>
          </a:xfrm>
          <a:custGeom>
            <a:avLst/>
            <a:gdLst>
              <a:gd name="connsiteX0" fmla="*/ 0 w 6630000"/>
              <a:gd name="connsiteY0" fmla="*/ 0 h 5623200"/>
              <a:gd name="connsiteX1" fmla="*/ 6630000 w 6630000"/>
              <a:gd name="connsiteY1" fmla="*/ 0 h 5623200"/>
              <a:gd name="connsiteX2" fmla="*/ 6630000 w 6630000"/>
              <a:gd name="connsiteY2" fmla="*/ 5623200 h 5623200"/>
              <a:gd name="connsiteX3" fmla="*/ 0 w 6630000"/>
              <a:gd name="connsiteY3" fmla="*/ 5623200 h 5623200"/>
              <a:gd name="connsiteX4" fmla="*/ 0 w 6630000"/>
              <a:gd name="connsiteY4" fmla="*/ 0 h 5623200"/>
              <a:gd name="connsiteX0" fmla="*/ 0 w 6630000"/>
              <a:gd name="connsiteY0" fmla="*/ 0 h 6385200"/>
              <a:gd name="connsiteX1" fmla="*/ 6630000 w 6630000"/>
              <a:gd name="connsiteY1" fmla="*/ 0 h 6385200"/>
              <a:gd name="connsiteX2" fmla="*/ 6630000 w 6630000"/>
              <a:gd name="connsiteY2" fmla="*/ 5623200 h 6385200"/>
              <a:gd name="connsiteX3" fmla="*/ 1009650 w 6630000"/>
              <a:gd name="connsiteY3" fmla="*/ 6385200 h 6385200"/>
              <a:gd name="connsiteX4" fmla="*/ 0 w 6630000"/>
              <a:gd name="connsiteY4" fmla="*/ 0 h 6385200"/>
              <a:gd name="connsiteX0" fmla="*/ 0 w 7868250"/>
              <a:gd name="connsiteY0" fmla="*/ 0 h 6404250"/>
              <a:gd name="connsiteX1" fmla="*/ 7868250 w 7868250"/>
              <a:gd name="connsiteY1" fmla="*/ 19050 h 6404250"/>
              <a:gd name="connsiteX2" fmla="*/ 7868250 w 7868250"/>
              <a:gd name="connsiteY2" fmla="*/ 5642250 h 6404250"/>
              <a:gd name="connsiteX3" fmla="*/ 2247900 w 7868250"/>
              <a:gd name="connsiteY3" fmla="*/ 6404250 h 6404250"/>
              <a:gd name="connsiteX4" fmla="*/ 0 w 7868250"/>
              <a:gd name="connsiteY4" fmla="*/ 0 h 6404250"/>
              <a:gd name="connsiteX0" fmla="*/ 0 w 7881313"/>
              <a:gd name="connsiteY0" fmla="*/ 0 h 6404250"/>
              <a:gd name="connsiteX1" fmla="*/ 7868250 w 7881313"/>
              <a:gd name="connsiteY1" fmla="*/ 19050 h 6404250"/>
              <a:gd name="connsiteX2" fmla="*/ 7881313 w 7881313"/>
              <a:gd name="connsiteY2" fmla="*/ 5158924 h 6404250"/>
              <a:gd name="connsiteX3" fmla="*/ 2247900 w 7881313"/>
              <a:gd name="connsiteY3" fmla="*/ 6404250 h 6404250"/>
              <a:gd name="connsiteX4" fmla="*/ 0 w 7881313"/>
              <a:gd name="connsiteY4" fmla="*/ 0 h 6404250"/>
              <a:gd name="connsiteX0" fmla="*/ 0 w 7869507"/>
              <a:gd name="connsiteY0" fmla="*/ 0 h 6404250"/>
              <a:gd name="connsiteX1" fmla="*/ 7868250 w 7869507"/>
              <a:gd name="connsiteY1" fmla="*/ 19050 h 6404250"/>
              <a:gd name="connsiteX2" fmla="*/ 7868251 w 7869507"/>
              <a:gd name="connsiteY2" fmla="*/ 4714787 h 6404250"/>
              <a:gd name="connsiteX3" fmla="*/ 2247900 w 7869507"/>
              <a:gd name="connsiteY3" fmla="*/ 6404250 h 6404250"/>
              <a:gd name="connsiteX4" fmla="*/ 0 w 7869507"/>
              <a:gd name="connsiteY4" fmla="*/ 0 h 6404250"/>
              <a:gd name="connsiteX0" fmla="*/ 0 w 7868251"/>
              <a:gd name="connsiteY0" fmla="*/ 0 h 6404250"/>
              <a:gd name="connsiteX1" fmla="*/ 6474165 w 7868251"/>
              <a:gd name="connsiteY1" fmla="*/ 19050 h 6404250"/>
              <a:gd name="connsiteX2" fmla="*/ 7868251 w 7868251"/>
              <a:gd name="connsiteY2" fmla="*/ 4714787 h 6404250"/>
              <a:gd name="connsiteX3" fmla="*/ 2247900 w 7868251"/>
              <a:gd name="connsiteY3" fmla="*/ 6404250 h 6404250"/>
              <a:gd name="connsiteX4" fmla="*/ 0 w 7868251"/>
              <a:gd name="connsiteY4" fmla="*/ 0 h 6404250"/>
              <a:gd name="connsiteX0" fmla="*/ 0 w 7868251"/>
              <a:gd name="connsiteY0" fmla="*/ 0 h 6404250"/>
              <a:gd name="connsiteX1" fmla="*/ 6654047 w 7868251"/>
              <a:gd name="connsiteY1" fmla="*/ 19050 h 6404250"/>
              <a:gd name="connsiteX2" fmla="*/ 7868251 w 7868251"/>
              <a:gd name="connsiteY2" fmla="*/ 4714787 h 6404250"/>
              <a:gd name="connsiteX3" fmla="*/ 2247900 w 7868251"/>
              <a:gd name="connsiteY3" fmla="*/ 6404250 h 6404250"/>
              <a:gd name="connsiteX4" fmla="*/ 0 w 7868251"/>
              <a:gd name="connsiteY4" fmla="*/ 0 h 6404250"/>
              <a:gd name="connsiteX0" fmla="*/ 0 w 7868251"/>
              <a:gd name="connsiteY0" fmla="*/ 0 h 6404250"/>
              <a:gd name="connsiteX1" fmla="*/ 6654047 w 7868251"/>
              <a:gd name="connsiteY1" fmla="*/ 19050 h 6404250"/>
              <a:gd name="connsiteX2" fmla="*/ 7868251 w 7868251"/>
              <a:gd name="connsiteY2" fmla="*/ 4714787 h 6404250"/>
              <a:gd name="connsiteX3" fmla="*/ 2247900 w 7868251"/>
              <a:gd name="connsiteY3" fmla="*/ 6404250 h 6404250"/>
              <a:gd name="connsiteX4" fmla="*/ 0 w 7868251"/>
              <a:gd name="connsiteY4" fmla="*/ 0 h 6404250"/>
              <a:gd name="connsiteX0" fmla="*/ 0 w 6659498"/>
              <a:gd name="connsiteY0" fmla="*/ 0 h 6404250"/>
              <a:gd name="connsiteX1" fmla="*/ 6654047 w 6659498"/>
              <a:gd name="connsiteY1" fmla="*/ 19050 h 6404250"/>
              <a:gd name="connsiteX2" fmla="*/ 6639058 w 6659498"/>
              <a:gd name="connsiteY2" fmla="*/ 5089541 h 6404250"/>
              <a:gd name="connsiteX3" fmla="*/ 2247900 w 6659498"/>
              <a:gd name="connsiteY3" fmla="*/ 6404250 h 6404250"/>
              <a:gd name="connsiteX4" fmla="*/ 0 w 6659498"/>
              <a:gd name="connsiteY4" fmla="*/ 0 h 6404250"/>
              <a:gd name="connsiteX0" fmla="*/ 0 w 6639058"/>
              <a:gd name="connsiteY0" fmla="*/ 0 h 6404250"/>
              <a:gd name="connsiteX1" fmla="*/ 6609076 w 6639058"/>
              <a:gd name="connsiteY1" fmla="*/ 34040 h 6404250"/>
              <a:gd name="connsiteX2" fmla="*/ 6639058 w 6639058"/>
              <a:gd name="connsiteY2" fmla="*/ 5089541 h 6404250"/>
              <a:gd name="connsiteX3" fmla="*/ 2247900 w 6639058"/>
              <a:gd name="connsiteY3" fmla="*/ 6404250 h 6404250"/>
              <a:gd name="connsiteX4" fmla="*/ 0 w 6639058"/>
              <a:gd name="connsiteY4" fmla="*/ 0 h 6404250"/>
              <a:gd name="connsiteX0" fmla="*/ 0 w 6639058"/>
              <a:gd name="connsiteY0" fmla="*/ 2536 h 6406786"/>
              <a:gd name="connsiteX1" fmla="*/ 6618220 w 6639058"/>
              <a:gd name="connsiteY1" fmla="*/ 0 h 6406786"/>
              <a:gd name="connsiteX2" fmla="*/ 6639058 w 6639058"/>
              <a:gd name="connsiteY2" fmla="*/ 5092077 h 6406786"/>
              <a:gd name="connsiteX3" fmla="*/ 2247900 w 6639058"/>
              <a:gd name="connsiteY3" fmla="*/ 6406786 h 6406786"/>
              <a:gd name="connsiteX4" fmla="*/ 0 w 6639058"/>
              <a:gd name="connsiteY4" fmla="*/ 2536 h 6406786"/>
              <a:gd name="connsiteX0" fmla="*/ 0 w 6640280"/>
              <a:gd name="connsiteY0" fmla="*/ 2536 h 6406786"/>
              <a:gd name="connsiteX1" fmla="*/ 6629943 w 6640280"/>
              <a:gd name="connsiteY1" fmla="*/ 0 h 6406786"/>
              <a:gd name="connsiteX2" fmla="*/ 6639058 w 6640280"/>
              <a:gd name="connsiteY2" fmla="*/ 5092077 h 6406786"/>
              <a:gd name="connsiteX3" fmla="*/ 2247900 w 6640280"/>
              <a:gd name="connsiteY3" fmla="*/ 6406786 h 6406786"/>
              <a:gd name="connsiteX4" fmla="*/ 0 w 6640280"/>
              <a:gd name="connsiteY4" fmla="*/ 2536 h 6406786"/>
              <a:gd name="connsiteX0" fmla="*/ 0 w 6639058"/>
              <a:gd name="connsiteY0" fmla="*/ 0 h 6404250"/>
              <a:gd name="connsiteX1" fmla="*/ 6172743 w 6639058"/>
              <a:gd name="connsiteY1" fmla="*/ 302264 h 6404250"/>
              <a:gd name="connsiteX2" fmla="*/ 6639058 w 6639058"/>
              <a:gd name="connsiteY2" fmla="*/ 5089541 h 6404250"/>
              <a:gd name="connsiteX3" fmla="*/ 2247900 w 6639058"/>
              <a:gd name="connsiteY3" fmla="*/ 6404250 h 6404250"/>
              <a:gd name="connsiteX4" fmla="*/ 0 w 6639058"/>
              <a:gd name="connsiteY4" fmla="*/ 0 h 6404250"/>
              <a:gd name="connsiteX0" fmla="*/ 0 w 6639058"/>
              <a:gd name="connsiteY0" fmla="*/ 0 h 6404250"/>
              <a:gd name="connsiteX1" fmla="*/ 6172743 w 6639058"/>
              <a:gd name="connsiteY1" fmla="*/ 302264 h 6404250"/>
              <a:gd name="connsiteX2" fmla="*/ 6639058 w 6639058"/>
              <a:gd name="connsiteY2" fmla="*/ 5089541 h 6404250"/>
              <a:gd name="connsiteX3" fmla="*/ 2247900 w 6639058"/>
              <a:gd name="connsiteY3" fmla="*/ 6404250 h 6404250"/>
              <a:gd name="connsiteX4" fmla="*/ 0 w 6639058"/>
              <a:gd name="connsiteY4" fmla="*/ 0 h 6404250"/>
              <a:gd name="connsiteX0" fmla="*/ 0 w 6837936"/>
              <a:gd name="connsiteY0" fmla="*/ 0 h 6404250"/>
              <a:gd name="connsiteX1" fmla="*/ 6629943 w 6837936"/>
              <a:gd name="connsiteY1" fmla="*/ 9187 h 6404250"/>
              <a:gd name="connsiteX2" fmla="*/ 6639058 w 6837936"/>
              <a:gd name="connsiteY2" fmla="*/ 5089541 h 6404250"/>
              <a:gd name="connsiteX3" fmla="*/ 2247900 w 6837936"/>
              <a:gd name="connsiteY3" fmla="*/ 6404250 h 6404250"/>
              <a:gd name="connsiteX4" fmla="*/ 0 w 6837936"/>
              <a:gd name="connsiteY4" fmla="*/ 0 h 6404250"/>
              <a:gd name="connsiteX0" fmla="*/ 0 w 6640280"/>
              <a:gd name="connsiteY0" fmla="*/ 0 h 6404250"/>
              <a:gd name="connsiteX1" fmla="*/ 6629943 w 6640280"/>
              <a:gd name="connsiteY1" fmla="*/ 9187 h 6404250"/>
              <a:gd name="connsiteX2" fmla="*/ 6639058 w 6640280"/>
              <a:gd name="connsiteY2" fmla="*/ 5089541 h 6404250"/>
              <a:gd name="connsiteX3" fmla="*/ 2247900 w 6640280"/>
              <a:gd name="connsiteY3" fmla="*/ 6404250 h 6404250"/>
              <a:gd name="connsiteX4" fmla="*/ 0 w 6640280"/>
              <a:gd name="connsiteY4" fmla="*/ 0 h 640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40280" h="6404250">
                <a:moveTo>
                  <a:pt x="0" y="0"/>
                </a:moveTo>
                <a:lnTo>
                  <a:pt x="6629943" y="9187"/>
                </a:lnTo>
                <a:cubicBezTo>
                  <a:pt x="6649287" y="5104681"/>
                  <a:pt x="6634704" y="3376250"/>
                  <a:pt x="6639058" y="5089541"/>
                </a:cubicBezTo>
                <a:lnTo>
                  <a:pt x="2247900" y="64042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none"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60EF37-8E28-9D02-0CC7-8898B234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2431" y="630758"/>
            <a:ext cx="4522370" cy="657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>
              <a:solidFill>
                <a:schemeClr val="bg2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BD5D4B-AA29-F0FE-F2C7-94AAF99EDE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12431" y="1299254"/>
            <a:ext cx="4522369" cy="4031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red and blue logo&#10;&#10;Description automatically generated">
            <a:extLst>
              <a:ext uri="{FF2B5EF4-FFF2-40B4-BE49-F238E27FC236}">
                <a16:creationId xmlns:a16="http://schemas.microsoft.com/office/drawing/2014/main" id="{F080E2CA-E229-1029-975E-BB44A96AA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7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Divider Temp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1EB1CA-D956-564A-BABC-2B31B1CC560B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503B9E-C8E3-0736-C1D8-38E3C6B3B66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black">
          <a:xfrm>
            <a:off x="5567920" y="-19050"/>
            <a:ext cx="6640280" cy="6404250"/>
          </a:xfrm>
          <a:custGeom>
            <a:avLst/>
            <a:gdLst>
              <a:gd name="connsiteX0" fmla="*/ 0 w 6630000"/>
              <a:gd name="connsiteY0" fmla="*/ 0 h 5623200"/>
              <a:gd name="connsiteX1" fmla="*/ 6630000 w 6630000"/>
              <a:gd name="connsiteY1" fmla="*/ 0 h 5623200"/>
              <a:gd name="connsiteX2" fmla="*/ 6630000 w 6630000"/>
              <a:gd name="connsiteY2" fmla="*/ 5623200 h 5623200"/>
              <a:gd name="connsiteX3" fmla="*/ 0 w 6630000"/>
              <a:gd name="connsiteY3" fmla="*/ 5623200 h 5623200"/>
              <a:gd name="connsiteX4" fmla="*/ 0 w 6630000"/>
              <a:gd name="connsiteY4" fmla="*/ 0 h 5623200"/>
              <a:gd name="connsiteX0" fmla="*/ 0 w 6630000"/>
              <a:gd name="connsiteY0" fmla="*/ 0 h 6385200"/>
              <a:gd name="connsiteX1" fmla="*/ 6630000 w 6630000"/>
              <a:gd name="connsiteY1" fmla="*/ 0 h 6385200"/>
              <a:gd name="connsiteX2" fmla="*/ 6630000 w 6630000"/>
              <a:gd name="connsiteY2" fmla="*/ 5623200 h 6385200"/>
              <a:gd name="connsiteX3" fmla="*/ 1009650 w 6630000"/>
              <a:gd name="connsiteY3" fmla="*/ 6385200 h 6385200"/>
              <a:gd name="connsiteX4" fmla="*/ 0 w 6630000"/>
              <a:gd name="connsiteY4" fmla="*/ 0 h 6385200"/>
              <a:gd name="connsiteX0" fmla="*/ 0 w 7868250"/>
              <a:gd name="connsiteY0" fmla="*/ 0 h 6404250"/>
              <a:gd name="connsiteX1" fmla="*/ 7868250 w 7868250"/>
              <a:gd name="connsiteY1" fmla="*/ 19050 h 6404250"/>
              <a:gd name="connsiteX2" fmla="*/ 7868250 w 7868250"/>
              <a:gd name="connsiteY2" fmla="*/ 5642250 h 6404250"/>
              <a:gd name="connsiteX3" fmla="*/ 2247900 w 7868250"/>
              <a:gd name="connsiteY3" fmla="*/ 6404250 h 6404250"/>
              <a:gd name="connsiteX4" fmla="*/ 0 w 7868250"/>
              <a:gd name="connsiteY4" fmla="*/ 0 h 6404250"/>
              <a:gd name="connsiteX0" fmla="*/ 0 w 7881313"/>
              <a:gd name="connsiteY0" fmla="*/ 0 h 6404250"/>
              <a:gd name="connsiteX1" fmla="*/ 7868250 w 7881313"/>
              <a:gd name="connsiteY1" fmla="*/ 19050 h 6404250"/>
              <a:gd name="connsiteX2" fmla="*/ 7881313 w 7881313"/>
              <a:gd name="connsiteY2" fmla="*/ 5158924 h 6404250"/>
              <a:gd name="connsiteX3" fmla="*/ 2247900 w 7881313"/>
              <a:gd name="connsiteY3" fmla="*/ 6404250 h 6404250"/>
              <a:gd name="connsiteX4" fmla="*/ 0 w 7881313"/>
              <a:gd name="connsiteY4" fmla="*/ 0 h 6404250"/>
              <a:gd name="connsiteX0" fmla="*/ 0 w 7869507"/>
              <a:gd name="connsiteY0" fmla="*/ 0 h 6404250"/>
              <a:gd name="connsiteX1" fmla="*/ 7868250 w 7869507"/>
              <a:gd name="connsiteY1" fmla="*/ 19050 h 6404250"/>
              <a:gd name="connsiteX2" fmla="*/ 7868251 w 7869507"/>
              <a:gd name="connsiteY2" fmla="*/ 4714787 h 6404250"/>
              <a:gd name="connsiteX3" fmla="*/ 2247900 w 7869507"/>
              <a:gd name="connsiteY3" fmla="*/ 6404250 h 6404250"/>
              <a:gd name="connsiteX4" fmla="*/ 0 w 7869507"/>
              <a:gd name="connsiteY4" fmla="*/ 0 h 6404250"/>
              <a:gd name="connsiteX0" fmla="*/ 0 w 7868251"/>
              <a:gd name="connsiteY0" fmla="*/ 0 h 6404250"/>
              <a:gd name="connsiteX1" fmla="*/ 6474165 w 7868251"/>
              <a:gd name="connsiteY1" fmla="*/ 19050 h 6404250"/>
              <a:gd name="connsiteX2" fmla="*/ 7868251 w 7868251"/>
              <a:gd name="connsiteY2" fmla="*/ 4714787 h 6404250"/>
              <a:gd name="connsiteX3" fmla="*/ 2247900 w 7868251"/>
              <a:gd name="connsiteY3" fmla="*/ 6404250 h 6404250"/>
              <a:gd name="connsiteX4" fmla="*/ 0 w 7868251"/>
              <a:gd name="connsiteY4" fmla="*/ 0 h 6404250"/>
              <a:gd name="connsiteX0" fmla="*/ 0 w 7868251"/>
              <a:gd name="connsiteY0" fmla="*/ 0 h 6404250"/>
              <a:gd name="connsiteX1" fmla="*/ 6654047 w 7868251"/>
              <a:gd name="connsiteY1" fmla="*/ 19050 h 6404250"/>
              <a:gd name="connsiteX2" fmla="*/ 7868251 w 7868251"/>
              <a:gd name="connsiteY2" fmla="*/ 4714787 h 6404250"/>
              <a:gd name="connsiteX3" fmla="*/ 2247900 w 7868251"/>
              <a:gd name="connsiteY3" fmla="*/ 6404250 h 6404250"/>
              <a:gd name="connsiteX4" fmla="*/ 0 w 7868251"/>
              <a:gd name="connsiteY4" fmla="*/ 0 h 6404250"/>
              <a:gd name="connsiteX0" fmla="*/ 0 w 7868251"/>
              <a:gd name="connsiteY0" fmla="*/ 0 h 6404250"/>
              <a:gd name="connsiteX1" fmla="*/ 6654047 w 7868251"/>
              <a:gd name="connsiteY1" fmla="*/ 19050 h 6404250"/>
              <a:gd name="connsiteX2" fmla="*/ 7868251 w 7868251"/>
              <a:gd name="connsiteY2" fmla="*/ 4714787 h 6404250"/>
              <a:gd name="connsiteX3" fmla="*/ 2247900 w 7868251"/>
              <a:gd name="connsiteY3" fmla="*/ 6404250 h 6404250"/>
              <a:gd name="connsiteX4" fmla="*/ 0 w 7868251"/>
              <a:gd name="connsiteY4" fmla="*/ 0 h 6404250"/>
              <a:gd name="connsiteX0" fmla="*/ 0 w 6659498"/>
              <a:gd name="connsiteY0" fmla="*/ 0 h 6404250"/>
              <a:gd name="connsiteX1" fmla="*/ 6654047 w 6659498"/>
              <a:gd name="connsiteY1" fmla="*/ 19050 h 6404250"/>
              <a:gd name="connsiteX2" fmla="*/ 6639058 w 6659498"/>
              <a:gd name="connsiteY2" fmla="*/ 5089541 h 6404250"/>
              <a:gd name="connsiteX3" fmla="*/ 2247900 w 6659498"/>
              <a:gd name="connsiteY3" fmla="*/ 6404250 h 6404250"/>
              <a:gd name="connsiteX4" fmla="*/ 0 w 6659498"/>
              <a:gd name="connsiteY4" fmla="*/ 0 h 6404250"/>
              <a:gd name="connsiteX0" fmla="*/ 0 w 6639058"/>
              <a:gd name="connsiteY0" fmla="*/ 0 h 6404250"/>
              <a:gd name="connsiteX1" fmla="*/ 6609076 w 6639058"/>
              <a:gd name="connsiteY1" fmla="*/ 34040 h 6404250"/>
              <a:gd name="connsiteX2" fmla="*/ 6639058 w 6639058"/>
              <a:gd name="connsiteY2" fmla="*/ 5089541 h 6404250"/>
              <a:gd name="connsiteX3" fmla="*/ 2247900 w 6639058"/>
              <a:gd name="connsiteY3" fmla="*/ 6404250 h 6404250"/>
              <a:gd name="connsiteX4" fmla="*/ 0 w 6639058"/>
              <a:gd name="connsiteY4" fmla="*/ 0 h 6404250"/>
              <a:gd name="connsiteX0" fmla="*/ 0 w 6639058"/>
              <a:gd name="connsiteY0" fmla="*/ 2536 h 6406786"/>
              <a:gd name="connsiteX1" fmla="*/ 6618220 w 6639058"/>
              <a:gd name="connsiteY1" fmla="*/ 0 h 6406786"/>
              <a:gd name="connsiteX2" fmla="*/ 6639058 w 6639058"/>
              <a:gd name="connsiteY2" fmla="*/ 5092077 h 6406786"/>
              <a:gd name="connsiteX3" fmla="*/ 2247900 w 6639058"/>
              <a:gd name="connsiteY3" fmla="*/ 6406786 h 6406786"/>
              <a:gd name="connsiteX4" fmla="*/ 0 w 6639058"/>
              <a:gd name="connsiteY4" fmla="*/ 2536 h 6406786"/>
              <a:gd name="connsiteX0" fmla="*/ 0 w 6640280"/>
              <a:gd name="connsiteY0" fmla="*/ 2536 h 6406786"/>
              <a:gd name="connsiteX1" fmla="*/ 6629943 w 6640280"/>
              <a:gd name="connsiteY1" fmla="*/ 0 h 6406786"/>
              <a:gd name="connsiteX2" fmla="*/ 6639058 w 6640280"/>
              <a:gd name="connsiteY2" fmla="*/ 5092077 h 6406786"/>
              <a:gd name="connsiteX3" fmla="*/ 2247900 w 6640280"/>
              <a:gd name="connsiteY3" fmla="*/ 6406786 h 6406786"/>
              <a:gd name="connsiteX4" fmla="*/ 0 w 6640280"/>
              <a:gd name="connsiteY4" fmla="*/ 2536 h 6406786"/>
              <a:gd name="connsiteX0" fmla="*/ 0 w 6639058"/>
              <a:gd name="connsiteY0" fmla="*/ 0 h 6404250"/>
              <a:gd name="connsiteX1" fmla="*/ 6172743 w 6639058"/>
              <a:gd name="connsiteY1" fmla="*/ 302264 h 6404250"/>
              <a:gd name="connsiteX2" fmla="*/ 6639058 w 6639058"/>
              <a:gd name="connsiteY2" fmla="*/ 5089541 h 6404250"/>
              <a:gd name="connsiteX3" fmla="*/ 2247900 w 6639058"/>
              <a:gd name="connsiteY3" fmla="*/ 6404250 h 6404250"/>
              <a:gd name="connsiteX4" fmla="*/ 0 w 6639058"/>
              <a:gd name="connsiteY4" fmla="*/ 0 h 6404250"/>
              <a:gd name="connsiteX0" fmla="*/ 0 w 6639058"/>
              <a:gd name="connsiteY0" fmla="*/ 0 h 6404250"/>
              <a:gd name="connsiteX1" fmla="*/ 6172743 w 6639058"/>
              <a:gd name="connsiteY1" fmla="*/ 302264 h 6404250"/>
              <a:gd name="connsiteX2" fmla="*/ 6639058 w 6639058"/>
              <a:gd name="connsiteY2" fmla="*/ 5089541 h 6404250"/>
              <a:gd name="connsiteX3" fmla="*/ 2247900 w 6639058"/>
              <a:gd name="connsiteY3" fmla="*/ 6404250 h 6404250"/>
              <a:gd name="connsiteX4" fmla="*/ 0 w 6639058"/>
              <a:gd name="connsiteY4" fmla="*/ 0 h 6404250"/>
              <a:gd name="connsiteX0" fmla="*/ 0 w 6837936"/>
              <a:gd name="connsiteY0" fmla="*/ 0 h 6404250"/>
              <a:gd name="connsiteX1" fmla="*/ 6629943 w 6837936"/>
              <a:gd name="connsiteY1" fmla="*/ 9187 h 6404250"/>
              <a:gd name="connsiteX2" fmla="*/ 6639058 w 6837936"/>
              <a:gd name="connsiteY2" fmla="*/ 5089541 h 6404250"/>
              <a:gd name="connsiteX3" fmla="*/ 2247900 w 6837936"/>
              <a:gd name="connsiteY3" fmla="*/ 6404250 h 6404250"/>
              <a:gd name="connsiteX4" fmla="*/ 0 w 6837936"/>
              <a:gd name="connsiteY4" fmla="*/ 0 h 6404250"/>
              <a:gd name="connsiteX0" fmla="*/ 0 w 6640280"/>
              <a:gd name="connsiteY0" fmla="*/ 0 h 6404250"/>
              <a:gd name="connsiteX1" fmla="*/ 6629943 w 6640280"/>
              <a:gd name="connsiteY1" fmla="*/ 9187 h 6404250"/>
              <a:gd name="connsiteX2" fmla="*/ 6639058 w 6640280"/>
              <a:gd name="connsiteY2" fmla="*/ 5089541 h 6404250"/>
              <a:gd name="connsiteX3" fmla="*/ 2247900 w 6640280"/>
              <a:gd name="connsiteY3" fmla="*/ 6404250 h 6404250"/>
              <a:gd name="connsiteX4" fmla="*/ 0 w 6640280"/>
              <a:gd name="connsiteY4" fmla="*/ 0 h 640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40280" h="6404250">
                <a:moveTo>
                  <a:pt x="0" y="0"/>
                </a:moveTo>
                <a:lnTo>
                  <a:pt x="6629943" y="9187"/>
                </a:lnTo>
                <a:cubicBezTo>
                  <a:pt x="6649287" y="5104681"/>
                  <a:pt x="6634704" y="3376250"/>
                  <a:pt x="6639058" y="5089541"/>
                </a:cubicBezTo>
                <a:lnTo>
                  <a:pt x="2247900" y="64042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none"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04B3C8-1A67-82FE-CA2F-E98300A444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5289" y="656408"/>
            <a:ext cx="4386573" cy="29046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8000"/>
              </a:lnSpc>
              <a:defRPr sz="6600" spc="-30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here</a:t>
            </a:r>
            <a:br>
              <a:rPr lang="en-US"/>
            </a:br>
            <a:r>
              <a:rPr lang="en-US"/>
              <a:t>to add 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E625891-5431-0A7D-7269-6BE787082B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3863340"/>
            <a:ext cx="5172632" cy="2521860"/>
          </a:xfrm>
        </p:spPr>
        <p:txBody>
          <a:bodyPr/>
          <a:lstStyle>
            <a:lvl1pPr>
              <a:defRPr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red and blue logo&#10;&#10;Description automatically generated">
            <a:extLst>
              <a:ext uri="{FF2B5EF4-FFF2-40B4-BE49-F238E27FC236}">
                <a16:creationId xmlns:a16="http://schemas.microsoft.com/office/drawing/2014/main" id="{298B835D-031F-F8A5-6340-B66C01ACB7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645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Divider Temp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1EB1CA-D956-564A-BABC-2B31B1CC560B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20F927-3831-02DF-84F7-D6AEA85522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062" y="942159"/>
            <a:ext cx="5700711" cy="315141"/>
          </a:xfrm>
        </p:spPr>
        <p:txBody>
          <a:bodyPr anchor="t" anchorCtr="0"/>
          <a:lstStyle>
            <a:lvl1pPr>
              <a:spcAft>
                <a:spcPts val="0"/>
              </a:spcAft>
              <a:defRPr sz="2200" b="0" spc="0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5E3DDE7-AE9F-B496-C9E5-2D66A59EA9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1257300"/>
            <a:ext cx="5700712" cy="1874520"/>
          </a:xfrm>
        </p:spPr>
        <p:txBody>
          <a:bodyPr/>
          <a:lstStyle>
            <a:lvl1pPr>
              <a:defRPr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738ABF-6289-3C1F-9A0C-41B4EF538F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35" y="3707139"/>
            <a:ext cx="5700711" cy="315141"/>
          </a:xfrm>
        </p:spPr>
        <p:txBody>
          <a:bodyPr anchor="t" anchorCtr="0"/>
          <a:lstStyle>
            <a:lvl1pPr>
              <a:spcAft>
                <a:spcPts val="0"/>
              </a:spcAft>
              <a:defRPr sz="2200" b="0" spc="0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89722EB-0ADC-C155-A29C-DF72E8A8CD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061" y="4022280"/>
            <a:ext cx="5700712" cy="1874520"/>
          </a:xfrm>
        </p:spPr>
        <p:txBody>
          <a:bodyPr/>
          <a:lstStyle>
            <a:lvl1pPr>
              <a:defRPr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158EFD63-2EA0-59F5-3053-1313443E234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789421" y="942159"/>
            <a:ext cx="5007292" cy="4954641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pic>
        <p:nvPicPr>
          <p:cNvPr id="7" name="Picture 6" descr="A red and blue logo&#10;&#10;Description automatically generated">
            <a:extLst>
              <a:ext uri="{FF2B5EF4-FFF2-40B4-BE49-F238E27FC236}">
                <a16:creationId xmlns:a16="http://schemas.microsoft.com/office/drawing/2014/main" id="{FF91F423-8DF5-8323-F5DE-B4C6870347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85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Divider Temp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1EB1CA-D956-564A-BABC-2B31B1CC560B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20F927-3831-02DF-84F7-D6AEA85522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8632" y="942159"/>
            <a:ext cx="5700711" cy="315141"/>
          </a:xfrm>
        </p:spPr>
        <p:txBody>
          <a:bodyPr anchor="t" anchorCtr="0"/>
          <a:lstStyle>
            <a:lvl1pPr>
              <a:spcAft>
                <a:spcPts val="0"/>
              </a:spcAft>
              <a:defRPr sz="2200" b="0" spc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5E3DDE7-AE9F-B496-C9E5-2D66A59EA9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8858" y="1257300"/>
            <a:ext cx="5700712" cy="1874520"/>
          </a:xfrm>
        </p:spPr>
        <p:txBody>
          <a:bodyPr/>
          <a:lstStyle>
            <a:lvl1pPr>
              <a:defRPr spc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738ABF-6289-3C1F-9A0C-41B4EF538F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8405" y="3707139"/>
            <a:ext cx="5700711" cy="315141"/>
          </a:xfrm>
        </p:spPr>
        <p:txBody>
          <a:bodyPr anchor="t" anchorCtr="0"/>
          <a:lstStyle>
            <a:lvl1pPr>
              <a:spcAft>
                <a:spcPts val="0"/>
              </a:spcAft>
              <a:defRPr sz="2200" b="0" spc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89722EB-0ADC-C155-A29C-DF72E8A8CD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8631" y="4022280"/>
            <a:ext cx="5700712" cy="1874520"/>
          </a:xfrm>
        </p:spPr>
        <p:txBody>
          <a:bodyPr/>
          <a:lstStyle>
            <a:lvl1pPr>
              <a:defRPr spc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20375AE6-8092-06DD-8219-8897D8D7AC4B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94608" y="961200"/>
            <a:ext cx="5007292" cy="4954641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pic>
        <p:nvPicPr>
          <p:cNvPr id="8" name="Picture 7" descr="A red and blue logo&#10;&#10;Description automatically generated">
            <a:extLst>
              <a:ext uri="{FF2B5EF4-FFF2-40B4-BE49-F238E27FC236}">
                <a16:creationId xmlns:a16="http://schemas.microsoft.com/office/drawing/2014/main" id="{177D1C60-2EE8-942D-2DBD-17FE0E6415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78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Long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9D3BA69-988F-467F-B4D0-BC95B0EC77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spc="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6890E-78FA-477A-BA65-CA9A67F778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5288" y="1761173"/>
            <a:ext cx="5402262" cy="4143375"/>
          </a:xfrm>
        </p:spPr>
        <p:txBody>
          <a:bodyPr/>
          <a:lstStyle>
            <a:lvl1pPr>
              <a:defRPr spc="0" baseline="0"/>
            </a:lvl1pPr>
            <a:lvl2pPr>
              <a:defRPr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8458B8-CF56-4014-A861-A0E29B4336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2863" y="1761173"/>
            <a:ext cx="5402262" cy="4143375"/>
          </a:xfrm>
        </p:spPr>
        <p:txBody>
          <a:bodyPr/>
          <a:lstStyle>
            <a:lvl1pPr>
              <a:defRPr spc="0" baseline="0"/>
            </a:lvl1pPr>
            <a:lvl2pPr>
              <a:defRPr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DE6BD-F37F-E9E4-4BFB-A592864C51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title</a:t>
            </a:r>
            <a:endParaRPr lang="en-GB"/>
          </a:p>
        </p:txBody>
      </p:sp>
      <p:pic>
        <p:nvPicPr>
          <p:cNvPr id="4" name="Picture 3" descr="A red and blue logo&#10;&#10;Description automatically generated">
            <a:extLst>
              <a:ext uri="{FF2B5EF4-FFF2-40B4-BE49-F238E27FC236}">
                <a16:creationId xmlns:a16="http://schemas.microsoft.com/office/drawing/2014/main" id="{8BA256BB-01E6-0962-51D7-196C665EE2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0855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Long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A1AA322-AB4B-461B-BAC1-E3D2C261D8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spc="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366D9F-CFC7-4363-AA0D-3B1E2920E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5288" y="1761173"/>
            <a:ext cx="3677381" cy="4143376"/>
          </a:xfrm>
        </p:spPr>
        <p:txBody>
          <a:bodyPr rIns="360000"/>
          <a:lstStyle>
            <a:lvl1pPr>
              <a:defRPr spc="0"/>
            </a:lvl1pPr>
            <a:lvl2pPr>
              <a:defRPr spc="0"/>
            </a:lvl2pPr>
            <a:lvl3pPr>
              <a:defRPr spc="0"/>
            </a:lvl3pPr>
            <a:lvl4pPr>
              <a:defRPr spc="0"/>
            </a:lvl4pPr>
            <a:lvl5pPr>
              <a:defRPr spc="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0304664-4B9C-482D-BB89-F3F8B5FD77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6515" y="1761173"/>
            <a:ext cx="3677381" cy="4143376"/>
          </a:xfrm>
        </p:spPr>
        <p:txBody>
          <a:bodyPr rIns="360000"/>
          <a:lstStyle>
            <a:lvl1pPr>
              <a:defRPr spc="0"/>
            </a:lvl1pPr>
            <a:lvl2pPr>
              <a:defRPr spc="0"/>
            </a:lvl2pPr>
            <a:lvl3pPr>
              <a:defRPr spc="0"/>
            </a:lvl3pPr>
            <a:lvl4pPr>
              <a:defRPr spc="0"/>
            </a:lvl4pPr>
            <a:lvl5pPr>
              <a:defRPr spc="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C038E25-A619-4464-A5E3-7EC891F00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15299" y="1761173"/>
            <a:ext cx="3679825" cy="4143376"/>
          </a:xfrm>
        </p:spPr>
        <p:txBody>
          <a:bodyPr rIns="360000"/>
          <a:lstStyle>
            <a:lvl1pPr>
              <a:defRPr spc="0"/>
            </a:lvl1pPr>
            <a:lvl2pPr>
              <a:defRPr spc="0"/>
            </a:lvl2pPr>
            <a:lvl3pPr>
              <a:defRPr spc="0"/>
            </a:lvl3pPr>
            <a:lvl4pPr>
              <a:defRPr spc="0"/>
            </a:lvl4pPr>
            <a:lvl5pPr>
              <a:defRPr spc="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A6EFB0-6595-2E8D-F8DA-A5D7587ABD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title</a:t>
            </a:r>
            <a:endParaRPr lang="en-GB"/>
          </a:p>
        </p:txBody>
      </p:sp>
      <p:pic>
        <p:nvPicPr>
          <p:cNvPr id="5" name="Picture 4" descr="A red and blue logo&#10;&#10;Description automatically generated">
            <a:extLst>
              <a:ext uri="{FF2B5EF4-FFF2-40B4-BE49-F238E27FC236}">
                <a16:creationId xmlns:a16="http://schemas.microsoft.com/office/drawing/2014/main" id="{7EF54A85-79B9-8CFE-634B-DC8F402AD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121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lumn Long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A1AA322-AB4B-461B-BAC1-E3D2C261D8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spc="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366D9F-CFC7-4363-AA0D-3B1E2920E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5288" y="1761173"/>
            <a:ext cx="2714625" cy="4143376"/>
          </a:xfrm>
        </p:spPr>
        <p:txBody>
          <a:bodyPr rIns="36000"/>
          <a:lstStyle>
            <a:lvl1pPr>
              <a:defRPr spc="0"/>
            </a:lvl1pPr>
            <a:lvl2pPr>
              <a:defRPr spc="0"/>
            </a:lvl2pPr>
            <a:lvl3pPr>
              <a:defRPr spc="0"/>
            </a:lvl3pPr>
            <a:lvl4pPr>
              <a:defRPr sz="1600" spc="0"/>
            </a:lvl4pPr>
            <a:lvl5pPr>
              <a:defRPr spc="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0304664-4B9C-482D-BB89-F3F8B5FD77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808" y="1761173"/>
            <a:ext cx="2705705" cy="4143376"/>
          </a:xfrm>
        </p:spPr>
        <p:txBody>
          <a:bodyPr rIns="36000"/>
          <a:lstStyle>
            <a:lvl1pPr>
              <a:defRPr spc="0"/>
            </a:lvl1pPr>
            <a:lvl2pPr>
              <a:defRPr spc="0"/>
            </a:lvl2pPr>
            <a:lvl3pPr>
              <a:defRPr spc="0"/>
            </a:lvl3pPr>
            <a:lvl4pPr>
              <a:defRPr sz="1600" spc="0"/>
            </a:lvl4pPr>
            <a:lvl5pPr>
              <a:defRPr spc="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C038E25-A619-4464-A5E3-7EC891F00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900" y="1761173"/>
            <a:ext cx="2719880" cy="4143376"/>
          </a:xfrm>
        </p:spPr>
        <p:txBody>
          <a:bodyPr rIns="36000"/>
          <a:lstStyle>
            <a:lvl1pPr>
              <a:defRPr spc="0"/>
            </a:lvl1pPr>
            <a:lvl2pPr>
              <a:defRPr spc="0"/>
            </a:lvl2pPr>
            <a:lvl3pPr>
              <a:defRPr spc="0"/>
            </a:lvl3pPr>
            <a:lvl4pPr>
              <a:defRPr sz="1600" spc="0"/>
            </a:lvl4pPr>
            <a:lvl5pPr>
              <a:defRPr spc="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221CD17-7402-4C11-A738-EB2E70E5A1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0499" y="1761173"/>
            <a:ext cx="2714625" cy="4143376"/>
          </a:xfrm>
        </p:spPr>
        <p:txBody>
          <a:bodyPr rIns="36000"/>
          <a:lstStyle>
            <a:lvl1pPr>
              <a:defRPr spc="0"/>
            </a:lvl1pPr>
            <a:lvl2pPr>
              <a:defRPr spc="0"/>
            </a:lvl2pPr>
            <a:lvl3pPr>
              <a:defRPr spc="0"/>
            </a:lvl3pPr>
            <a:lvl4pPr>
              <a:defRPr sz="1600" spc="0"/>
            </a:lvl4pPr>
            <a:lvl5pPr>
              <a:defRPr spc="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DB67503-53AC-A9F9-59DB-2B12BB034B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spc="-150"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pic>
        <p:nvPicPr>
          <p:cNvPr id="5" name="Picture 4" descr="A red and blue logo&#10;&#10;Description automatically generated">
            <a:extLst>
              <a:ext uri="{FF2B5EF4-FFF2-40B4-BE49-F238E27FC236}">
                <a16:creationId xmlns:a16="http://schemas.microsoft.com/office/drawing/2014/main" id="{FDF8F5EC-565E-A824-D9C4-290A7CA177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5900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ll a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C8DC833-EE3B-410B-9A43-6E8F8FBA515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60000" y="1751012"/>
            <a:ext cx="4032000" cy="4140000"/>
          </a:xfrm>
          <a:solidFill>
            <a:schemeClr val="tx2"/>
          </a:solidFill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EB9D43E-2372-4A31-8B68-D98BF92FF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spc="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15F986-5B5D-4F20-AEF6-5651010AC1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751013"/>
            <a:ext cx="4032000" cy="4139999"/>
          </a:xfrm>
          <a:solidFill>
            <a:srgbClr val="F1F0F0"/>
          </a:solidFill>
        </p:spPr>
        <p:txBody>
          <a:bodyPr lIns="396000" tIns="144000"/>
          <a:lstStyle>
            <a:lvl1pPr marL="9525" indent="0">
              <a:tabLst/>
              <a:defRPr sz="2200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A514026-B35C-4343-B01F-223AE5A17C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5408" y="1751013"/>
            <a:ext cx="4033838" cy="4143375"/>
          </a:xfrm>
        </p:spPr>
        <p:txBody>
          <a:bodyPr tIns="144000"/>
          <a:lstStyle>
            <a:lvl1pPr marL="396000"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Tile headline</a:t>
            </a:r>
            <a:endParaRPr lang="en-GB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9121CFB-5BA4-434E-BA5A-30BC5F6AD6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0000" y="1751013"/>
            <a:ext cx="4032000" cy="4139999"/>
          </a:xfrm>
          <a:solidFill>
            <a:srgbClr val="F1F0F0"/>
          </a:solidFill>
        </p:spPr>
        <p:txBody>
          <a:bodyPr lIns="180000" tIns="144000"/>
          <a:lstStyle>
            <a:lvl1pPr marL="9525" indent="0">
              <a:tabLst/>
              <a:defRPr sz="2200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B1B53B1-DF19-41C9-AC46-3C4819EC7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60000" y="1751013"/>
            <a:ext cx="4032000" cy="617672"/>
          </a:xfrm>
          <a:noFill/>
        </p:spPr>
        <p:txBody>
          <a:bodyPr lIns="180000" tIns="144000"/>
          <a:lstStyle>
            <a:lvl1pPr marL="9525" indent="0">
              <a:tabLst/>
              <a:defRPr sz="2200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139D30-D3E6-4B85-AB95-2C90892081D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95288" y="2854800"/>
            <a:ext cx="3330000" cy="2777650"/>
          </a:xfrm>
        </p:spPr>
        <p:txBody>
          <a:bodyPr/>
          <a:lstStyle>
            <a:lvl1pPr>
              <a:defRPr sz="1500" spc="0"/>
            </a:lvl1pPr>
            <a:lvl2pPr>
              <a:defRPr sz="1600" spc="0"/>
            </a:lvl2pPr>
            <a:lvl3pPr>
              <a:defRPr sz="1500" spc="0"/>
            </a:lvl3pPr>
            <a:lvl4pPr>
              <a:defRPr sz="1600" spc="0"/>
            </a:lvl4pPr>
            <a:lvl5pPr>
              <a:defRPr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91C380E8-45ED-414E-A502-0CCE74C6A78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500" y="2854800"/>
            <a:ext cx="3671253" cy="2777650"/>
          </a:xfrm>
        </p:spPr>
        <p:txBody>
          <a:bodyPr/>
          <a:lstStyle>
            <a:lvl1pPr>
              <a:defRPr sz="1500" spc="0"/>
            </a:lvl1pPr>
            <a:lvl2pPr>
              <a:defRPr sz="1600" spc="0"/>
            </a:lvl2pPr>
            <a:lvl3pPr>
              <a:defRPr sz="1500" spc="0"/>
            </a:lvl3pPr>
            <a:lvl4pPr>
              <a:defRPr sz="1600" spc="0"/>
            </a:lvl4pPr>
            <a:lvl5pPr>
              <a:defRPr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36ADE5-056F-43D3-2FEA-71DEDD1D4F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spc="-150"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pic>
        <p:nvPicPr>
          <p:cNvPr id="9" name="Picture 8" descr="A red and blue logo&#10;&#10;Description automatically generated">
            <a:extLst>
              <a:ext uri="{FF2B5EF4-FFF2-40B4-BE49-F238E27FC236}">
                <a16:creationId xmlns:a16="http://schemas.microsoft.com/office/drawing/2014/main" id="{1058280B-0525-11BB-A79E-A38A6935AA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26767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ll a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9121CFB-5BA4-434E-BA5A-30BC5F6AD6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0000" y="1751013"/>
            <a:ext cx="4032000" cy="4139999"/>
          </a:xfrm>
          <a:solidFill>
            <a:srgbClr val="F1F0F0"/>
          </a:solidFill>
        </p:spPr>
        <p:txBody>
          <a:bodyPr lIns="180000" tIns="144000"/>
          <a:lstStyle>
            <a:lvl1pPr marL="9525" indent="0">
              <a:tabLst/>
              <a:defRPr sz="2200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EB9D43E-2372-4A31-8B68-D98BF92FF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spc="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15F986-5B5D-4F20-AEF6-5651010AC1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751013"/>
            <a:ext cx="4032000" cy="4139999"/>
          </a:xfrm>
          <a:solidFill>
            <a:srgbClr val="F1F0F0"/>
          </a:solidFill>
        </p:spPr>
        <p:txBody>
          <a:bodyPr lIns="396000" tIns="144000"/>
          <a:lstStyle>
            <a:lvl1pPr marL="9525" indent="0">
              <a:tabLst/>
              <a:defRPr sz="2200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139D30-D3E6-4B85-AB95-2C90892081D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95288" y="2854800"/>
            <a:ext cx="3330000" cy="2777650"/>
          </a:xfrm>
        </p:spPr>
        <p:txBody>
          <a:bodyPr/>
          <a:lstStyle>
            <a:lvl1pPr>
              <a:defRPr sz="1500" spc="0" baseline="0"/>
            </a:lvl1pPr>
            <a:lvl2pPr>
              <a:defRPr sz="1600" spc="0" baseline="0"/>
            </a:lvl2pPr>
            <a:lvl3pPr>
              <a:defRPr sz="1500" spc="0" baseline="0"/>
            </a:lvl3pPr>
            <a:lvl4pPr>
              <a:defRPr sz="1600"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0F5F195-43C8-1C4A-8016-DE2A1B62AE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60000" y="1751013"/>
            <a:ext cx="4032000" cy="4140000"/>
          </a:xfrm>
          <a:solidFill>
            <a:srgbClr val="F1F0F0"/>
          </a:solidFill>
        </p:spPr>
        <p:txBody>
          <a:bodyPr lIns="180000" tIns="144000"/>
          <a:lstStyle>
            <a:lvl1pPr marL="9525" indent="0">
              <a:tabLst/>
              <a:defRPr sz="2200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288E1EBF-ADB1-FD43-A3B9-1586DF1841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328972" y="2854800"/>
            <a:ext cx="3403706" cy="2777650"/>
          </a:xfrm>
        </p:spPr>
        <p:txBody>
          <a:bodyPr/>
          <a:lstStyle>
            <a:lvl1pPr>
              <a:defRPr sz="1500" spc="0"/>
            </a:lvl1pPr>
            <a:lvl2pPr>
              <a:defRPr sz="1600" spc="0"/>
            </a:lvl2pPr>
            <a:lvl3pPr>
              <a:defRPr sz="1500" spc="0"/>
            </a:lvl3pPr>
            <a:lvl4pPr>
              <a:defRPr sz="1600" spc="0"/>
            </a:lvl4pPr>
            <a:lvl5pPr>
              <a:defRPr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8803B7C-9839-5541-A4EF-6ABCC577EE4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500" y="2854800"/>
            <a:ext cx="3671253" cy="2777650"/>
          </a:xfrm>
        </p:spPr>
        <p:txBody>
          <a:bodyPr/>
          <a:lstStyle>
            <a:lvl1pPr>
              <a:defRPr sz="1500" spc="0"/>
            </a:lvl1pPr>
            <a:lvl2pPr>
              <a:defRPr sz="1600" spc="0"/>
            </a:lvl2pPr>
            <a:lvl3pPr>
              <a:defRPr sz="1500" spc="0"/>
            </a:lvl3pPr>
            <a:lvl4pPr>
              <a:defRPr sz="1600" spc="0"/>
            </a:lvl4pPr>
            <a:lvl5pPr>
              <a:defRPr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FEE71E-9857-FC6B-2378-EBAE6CA32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spc="-150"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pic>
        <p:nvPicPr>
          <p:cNvPr id="7" name="Picture 6" descr="A red and blue logo&#10;&#10;Description automatically generated">
            <a:extLst>
              <a:ext uri="{FF2B5EF4-FFF2-40B4-BE49-F238E27FC236}">
                <a16:creationId xmlns:a16="http://schemas.microsoft.com/office/drawing/2014/main" id="{E0187CF2-B0D0-08CC-57DA-19C41F5495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715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x of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F82BE91-3964-48C2-83EF-465E652174F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0000" y="1751013"/>
            <a:ext cx="4032000" cy="4140000"/>
          </a:xfrm>
          <a:solidFill>
            <a:schemeClr val="tx2"/>
          </a:solidFill>
        </p:spPr>
        <p:txBody>
          <a:bodyPr anchor="ctr"/>
          <a:lstStyle>
            <a:lvl1pPr algn="ctr">
              <a:defRPr sz="1600" spc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B2381-4BFA-4B58-83FE-AA3C1F91BF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EB9D43E-2372-4A31-8B68-D98BF92FF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spc="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15F986-5B5D-4F20-AEF6-5651010AC1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751013"/>
            <a:ext cx="4032000" cy="4140000"/>
          </a:xfrm>
          <a:solidFill>
            <a:srgbClr val="F1F0F0"/>
          </a:solidFill>
        </p:spPr>
        <p:txBody>
          <a:bodyPr lIns="396000" tIns="144000"/>
          <a:lstStyle>
            <a:lvl1pPr marL="9525" indent="0">
              <a:tabLst/>
              <a:defRPr sz="2200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9121CFB-5BA4-434E-BA5A-30BC5F6AD6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0000" y="1751013"/>
            <a:ext cx="4032000" cy="645115"/>
          </a:xfrm>
          <a:noFill/>
        </p:spPr>
        <p:txBody>
          <a:bodyPr lIns="180000" tIns="144000"/>
          <a:lstStyle>
            <a:lvl1pPr marL="9525" indent="0">
              <a:tabLst/>
              <a:defRPr sz="2200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818D9F9-B19D-404D-B7D5-E84E8580B6C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60000" y="1751013"/>
            <a:ext cx="4032000" cy="4140000"/>
          </a:xfrm>
          <a:solidFill>
            <a:srgbClr val="F1F0F0"/>
          </a:solidFill>
        </p:spPr>
        <p:txBody>
          <a:bodyPr vert="horz" lIns="180000" tIns="144000" rIns="0" bIns="0" rtlCol="0">
            <a:noAutofit/>
          </a:bodyPr>
          <a:lstStyle>
            <a:lvl1pPr>
              <a:defRPr lang="en-GB" sz="2200" spc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9525" lvl="0">
              <a:tabLst/>
            </a:pPr>
            <a:r>
              <a:rPr lang="en-US"/>
              <a:t>Click to edit headline</a:t>
            </a:r>
            <a:endParaRPr lang="en-GB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70B5C625-95B8-1341-AECE-34F95E57753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95288" y="2854800"/>
            <a:ext cx="3330000" cy="2777650"/>
          </a:xfrm>
        </p:spPr>
        <p:txBody>
          <a:bodyPr/>
          <a:lstStyle>
            <a:lvl1pPr>
              <a:defRPr sz="1500" spc="0"/>
            </a:lvl1pPr>
            <a:lvl2pPr>
              <a:defRPr sz="1600" spc="0"/>
            </a:lvl2pPr>
            <a:lvl3pPr>
              <a:defRPr sz="1500" spc="0"/>
            </a:lvl3pPr>
            <a:lvl4pPr>
              <a:defRPr sz="1600" spc="0"/>
            </a:lvl4pPr>
            <a:lvl5pPr>
              <a:defRPr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018034FB-FE8D-FF42-9A72-36D72D51F1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328972" y="2854800"/>
            <a:ext cx="3403706" cy="2777650"/>
          </a:xfrm>
        </p:spPr>
        <p:txBody>
          <a:bodyPr/>
          <a:lstStyle>
            <a:lvl1pPr>
              <a:defRPr sz="1500" spc="0"/>
            </a:lvl1pPr>
            <a:lvl2pPr>
              <a:defRPr sz="1600" spc="0"/>
            </a:lvl2pPr>
            <a:lvl3pPr>
              <a:defRPr sz="1500" spc="0"/>
            </a:lvl3pPr>
            <a:lvl4pPr>
              <a:defRPr sz="1600" spc="0"/>
            </a:lvl4pPr>
            <a:lvl5pPr>
              <a:defRPr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6D2B33E-146A-7B3D-778E-B1D70BF1C1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spc="-150"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pic>
        <p:nvPicPr>
          <p:cNvPr id="7" name="Picture 6" descr="A red and blue logo&#10;&#10;Description automatically generated">
            <a:extLst>
              <a:ext uri="{FF2B5EF4-FFF2-40B4-BE49-F238E27FC236}">
                <a16:creationId xmlns:a16="http://schemas.microsoft.com/office/drawing/2014/main" id="{35458035-DEB2-39B0-1E76-798C5F6B1C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82120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B2381-4BFA-4B58-83FE-AA3C1F91BF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EB9D43E-2372-4A31-8B68-D98BF92FF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spc="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15F986-5B5D-4F20-AEF6-5651010AC1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751013"/>
            <a:ext cx="4039200" cy="2052000"/>
          </a:xfrm>
          <a:solidFill>
            <a:schemeClr val="accent1"/>
          </a:solidFill>
        </p:spPr>
        <p:txBody>
          <a:bodyPr vert="horz" lIns="396000" tIns="144000" rIns="180000" bIns="0" rtlCol="0">
            <a:noAutofit/>
          </a:bodyPr>
          <a:lstStyle>
            <a:lvl1pPr>
              <a:lnSpc>
                <a:spcPct val="80000"/>
              </a:lnSpc>
              <a:defRPr lang="en-US" sz="4000" spc="-15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0000"/>
              </a:lnSpc>
              <a:spcAft>
                <a:spcPts val="0"/>
              </a:spcAft>
            </a:pPr>
            <a:r>
              <a:rPr lang="en-US"/>
              <a:t>Click to edit point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A558F7F-7DE3-4F31-9E03-6CE8D2CC7B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52800" y="1751013"/>
            <a:ext cx="4039200" cy="2052000"/>
          </a:xfrm>
          <a:solidFill>
            <a:schemeClr val="accent1"/>
          </a:solidFill>
        </p:spPr>
        <p:txBody>
          <a:bodyPr lIns="216000" tIns="144000" rIns="396000"/>
          <a:lstStyle>
            <a:lvl1pPr marL="0">
              <a:lnSpc>
                <a:spcPct val="80000"/>
              </a:lnSpc>
              <a:spcAft>
                <a:spcPts val="0"/>
              </a:spcAft>
              <a:defRPr sz="4000" spc="-15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sz="15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point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65314A79-4F72-4540-9055-5722F7A70C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5113" y="1751013"/>
            <a:ext cx="4039200" cy="2052000"/>
          </a:xfrm>
          <a:solidFill>
            <a:srgbClr val="F1F0F0"/>
          </a:solidFill>
        </p:spPr>
        <p:txBody>
          <a:bodyPr vert="horz" lIns="180000" tIns="144000" rIns="180000" bIns="0" rtlCol="0">
            <a:noAutofit/>
          </a:bodyPr>
          <a:lstStyle>
            <a:lvl1pPr>
              <a:lnSpc>
                <a:spcPct val="80000"/>
              </a:lnSpc>
              <a:defRPr lang="en-GB" sz="4000" spc="-150" dirty="0">
                <a:solidFill>
                  <a:schemeClr val="accent1"/>
                </a:solidFill>
                <a:latin typeface="+mj-lt"/>
              </a:defRPr>
            </a:lvl1pPr>
            <a:lvl3pPr marL="0" indent="0">
              <a:buNone/>
              <a:defRPr sz="1500"/>
            </a:lvl3pPr>
          </a:lstStyle>
          <a:p>
            <a:pPr lvl="0">
              <a:lnSpc>
                <a:spcPct val="80000"/>
              </a:lnSpc>
              <a:spcAft>
                <a:spcPts val="0"/>
              </a:spcAft>
            </a:pPr>
            <a:r>
              <a:rPr lang="en-US"/>
              <a:t>Click to edit point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1DE6D03-6E63-4C7B-A094-122D6CDCC6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80000" y="3837600"/>
            <a:ext cx="4039200" cy="2052000"/>
          </a:xfrm>
          <a:solidFill>
            <a:schemeClr val="accent1"/>
          </a:solidFill>
        </p:spPr>
        <p:txBody>
          <a:bodyPr lIns="180000" tIns="144000" rIns="180000"/>
          <a:lstStyle>
            <a:lvl1pPr marL="0">
              <a:lnSpc>
                <a:spcPct val="80000"/>
              </a:lnSpc>
              <a:spcAft>
                <a:spcPts val="0"/>
              </a:spcAft>
              <a:defRPr sz="4000" spc="-15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sz="15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point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25B3D85-14F1-4639-ADD0-DC13ACBEB8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3837600"/>
            <a:ext cx="4039200" cy="2052000"/>
          </a:xfrm>
          <a:solidFill>
            <a:srgbClr val="F1F0F0"/>
          </a:solidFill>
        </p:spPr>
        <p:txBody>
          <a:bodyPr lIns="396000" tIns="144000" rIns="180000"/>
          <a:lstStyle>
            <a:lvl1pPr marL="0">
              <a:lnSpc>
                <a:spcPct val="80000"/>
              </a:lnSpc>
              <a:spcAft>
                <a:spcPts val="0"/>
              </a:spcAft>
              <a:defRPr sz="4000" spc="-15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spc="-150"/>
            </a:lvl2pPr>
            <a:lvl3pPr marL="0" indent="0">
              <a:buNone/>
              <a:defRPr sz="1500"/>
            </a:lvl3pPr>
          </a:lstStyle>
          <a:p>
            <a:pPr lvl="0"/>
            <a:r>
              <a:rPr lang="en-US"/>
              <a:t>Click to edit point</a:t>
            </a:r>
          </a:p>
          <a:p>
            <a:pPr lvl="1"/>
            <a:endParaRPr lang="en-GB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03E2E5A-10AC-44F8-8628-07B5D9ACB1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52800" y="3837600"/>
            <a:ext cx="4039200" cy="2052000"/>
          </a:xfrm>
          <a:solidFill>
            <a:srgbClr val="F1F0F0"/>
          </a:solidFill>
        </p:spPr>
        <p:txBody>
          <a:bodyPr lIns="216000" tIns="144000" rIns="396000"/>
          <a:lstStyle>
            <a:lvl1pPr marL="0">
              <a:lnSpc>
                <a:spcPct val="80000"/>
              </a:lnSpc>
              <a:spcAft>
                <a:spcPts val="0"/>
              </a:spcAft>
              <a:defRPr sz="4000" spc="-150">
                <a:solidFill>
                  <a:schemeClr val="accent1"/>
                </a:solidFill>
                <a:latin typeface="+mj-lt"/>
              </a:defRPr>
            </a:lvl1pPr>
            <a:lvl3pPr marL="0" indent="0">
              <a:buNone/>
              <a:defRPr sz="1500"/>
            </a:lvl3pPr>
          </a:lstStyle>
          <a:p>
            <a:pPr lvl="0"/>
            <a:r>
              <a:rPr lang="en-US"/>
              <a:t>Click to edit point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E4FA4A-303C-E241-7E2F-8D96088CA8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spc="-150"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pic>
        <p:nvPicPr>
          <p:cNvPr id="7" name="Picture 6" descr="A red and blue logo&#10;&#10;Description automatically generated">
            <a:extLst>
              <a:ext uri="{FF2B5EF4-FFF2-40B4-BE49-F238E27FC236}">
                <a16:creationId xmlns:a16="http://schemas.microsoft.com/office/drawing/2014/main" id="{2EE36089-2A71-1BEB-405E-740FC5E770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083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ix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B2381-4BFA-4B58-83FE-AA3C1F91BF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EB9D43E-2372-4A31-8B68-D98BF92FF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15F986-5B5D-4F20-AEF6-5651010AC1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751013"/>
            <a:ext cx="4039200" cy="2052000"/>
          </a:xfrm>
          <a:solidFill>
            <a:schemeClr val="bg1">
              <a:lumMod val="95000"/>
            </a:schemeClr>
          </a:solidFill>
        </p:spPr>
        <p:txBody>
          <a:bodyPr vert="horz" lIns="396000" tIns="144000" rIns="180000" bIns="0" rtlCol="0">
            <a:noAutofit/>
          </a:bodyPr>
          <a:lstStyle>
            <a:lvl1pPr>
              <a:lnSpc>
                <a:spcPct val="80000"/>
              </a:lnSpc>
              <a:defRPr lang="en-US" sz="4000" spc="-150" dirty="0" smtClean="0">
                <a:solidFill>
                  <a:schemeClr val="tx1"/>
                </a:solidFill>
                <a:latin typeface="+mj-lt"/>
              </a:defRPr>
            </a:lvl1pPr>
          </a:lstStyle>
          <a:p>
            <a:pPr lvl="0">
              <a:lnSpc>
                <a:spcPct val="80000"/>
              </a:lnSpc>
              <a:spcAft>
                <a:spcPts val="0"/>
              </a:spcAft>
            </a:pPr>
            <a:r>
              <a:rPr lang="en-US"/>
              <a:t>Click to edit point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A558F7F-7DE3-4F31-9E03-6CE8D2CC7B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52800" y="1751013"/>
            <a:ext cx="4039200" cy="2052000"/>
          </a:xfrm>
          <a:solidFill>
            <a:schemeClr val="bg1">
              <a:lumMod val="95000"/>
            </a:schemeClr>
          </a:solidFill>
        </p:spPr>
        <p:txBody>
          <a:bodyPr lIns="216000" tIns="144000" rIns="396000"/>
          <a:lstStyle>
            <a:lvl1pPr marL="0">
              <a:lnSpc>
                <a:spcPct val="80000"/>
              </a:lnSpc>
              <a:spcAft>
                <a:spcPts val="0"/>
              </a:spcAft>
              <a:defRPr sz="4000" spc="-15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sz="15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point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65314A79-4F72-4540-9055-5722F7A70C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5113" y="1751013"/>
            <a:ext cx="4039200" cy="2052000"/>
          </a:xfrm>
          <a:solidFill>
            <a:schemeClr val="tx1"/>
          </a:solidFill>
        </p:spPr>
        <p:txBody>
          <a:bodyPr vert="horz" lIns="180000" tIns="144000" rIns="180000" bIns="0" rtlCol="0">
            <a:noAutofit/>
          </a:bodyPr>
          <a:lstStyle>
            <a:lvl1pPr>
              <a:lnSpc>
                <a:spcPct val="80000"/>
              </a:lnSpc>
              <a:defRPr lang="en-GB" sz="4000" spc="-150" dirty="0">
                <a:solidFill>
                  <a:schemeClr val="bg1"/>
                </a:solidFill>
                <a:latin typeface="+mj-lt"/>
              </a:defRPr>
            </a:lvl1pPr>
            <a:lvl3pPr marL="0" indent="0">
              <a:buNone/>
              <a:defRPr sz="1500"/>
            </a:lvl3pPr>
          </a:lstStyle>
          <a:p>
            <a:pPr lvl="0">
              <a:lnSpc>
                <a:spcPct val="80000"/>
              </a:lnSpc>
              <a:spcAft>
                <a:spcPts val="0"/>
              </a:spcAft>
            </a:pPr>
            <a:r>
              <a:rPr lang="en-US"/>
              <a:t>Click to edit point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1DE6D03-6E63-4C7B-A094-122D6CDCC6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80000" y="3837600"/>
            <a:ext cx="4039200" cy="2052000"/>
          </a:xfrm>
          <a:solidFill>
            <a:schemeClr val="bg1">
              <a:lumMod val="95000"/>
            </a:schemeClr>
          </a:solidFill>
        </p:spPr>
        <p:txBody>
          <a:bodyPr lIns="180000" tIns="144000" rIns="180000"/>
          <a:lstStyle>
            <a:lvl1pPr marL="0">
              <a:lnSpc>
                <a:spcPct val="80000"/>
              </a:lnSpc>
              <a:spcAft>
                <a:spcPts val="0"/>
              </a:spcAft>
              <a:defRPr sz="4000" spc="-15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sz="15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point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25B3D85-14F1-4639-ADD0-DC13ACBEB8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3837600"/>
            <a:ext cx="4039200" cy="2052000"/>
          </a:xfrm>
          <a:solidFill>
            <a:schemeClr val="tx1"/>
          </a:solidFill>
        </p:spPr>
        <p:txBody>
          <a:bodyPr lIns="396000" tIns="144000" rIns="180000"/>
          <a:lstStyle>
            <a:lvl1pPr marL="0">
              <a:lnSpc>
                <a:spcPct val="80000"/>
              </a:lnSpc>
              <a:spcAft>
                <a:spcPts val="0"/>
              </a:spcAft>
              <a:defRPr sz="4000" spc="-15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80000"/>
              </a:lnSpc>
              <a:defRPr spc="-150">
                <a:solidFill>
                  <a:schemeClr val="bg1"/>
                </a:solidFill>
              </a:defRPr>
            </a:lvl2pPr>
            <a:lvl3pPr marL="0" indent="0">
              <a:buNone/>
              <a:defRPr sz="1500"/>
            </a:lvl3pPr>
          </a:lstStyle>
          <a:p>
            <a:pPr lvl="0"/>
            <a:r>
              <a:rPr lang="en-US"/>
              <a:t>Click to edit point</a:t>
            </a:r>
          </a:p>
          <a:p>
            <a:pPr lvl="1"/>
            <a:endParaRPr lang="en-GB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03E2E5A-10AC-44F8-8628-07B5D9ACB1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52800" y="3837600"/>
            <a:ext cx="4039200" cy="2052000"/>
          </a:xfrm>
          <a:solidFill>
            <a:schemeClr val="tx1"/>
          </a:solidFill>
        </p:spPr>
        <p:txBody>
          <a:bodyPr lIns="216000" tIns="144000" rIns="396000"/>
          <a:lstStyle>
            <a:lvl1pPr marL="0">
              <a:lnSpc>
                <a:spcPct val="80000"/>
              </a:lnSpc>
              <a:spcAft>
                <a:spcPts val="0"/>
              </a:spcAft>
              <a:defRPr sz="4000" spc="-150">
                <a:solidFill>
                  <a:schemeClr val="bg1"/>
                </a:solidFill>
                <a:latin typeface="+mj-lt"/>
              </a:defRPr>
            </a:lvl1pPr>
            <a:lvl3pPr marL="0" indent="0">
              <a:buNone/>
              <a:defRPr sz="1500"/>
            </a:lvl3pPr>
          </a:lstStyle>
          <a:p>
            <a:pPr lvl="0"/>
            <a:r>
              <a:rPr lang="en-US"/>
              <a:t>Click to edit point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83C7ECA-BA70-A3EE-F9BF-C9760EA3AE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>
            <a:lvl1pPr>
              <a:defRPr spc="-150"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pic>
        <p:nvPicPr>
          <p:cNvPr id="7" name="Picture 6" descr="A red and blue logo&#10;&#10;Description automatically generated">
            <a:extLst>
              <a:ext uri="{FF2B5EF4-FFF2-40B4-BE49-F238E27FC236}">
                <a16:creationId xmlns:a16="http://schemas.microsoft.com/office/drawing/2014/main" id="{A1C9A093-1B32-AC57-8F87-ABAE0709B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1312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our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4786B320-D8D1-4625-B36D-D278080C9418}"/>
              </a:ext>
            </a:extLst>
          </p:cNvPr>
          <p:cNvSpPr>
            <a:spLocks noGrp="1"/>
          </p:cNvSpPr>
          <p:nvPr>
            <p:ph type="chart" sz="quarter" idx="26" hasCustomPrompt="1"/>
          </p:nvPr>
        </p:nvSpPr>
        <p:spPr>
          <a:xfrm>
            <a:off x="624249" y="2191846"/>
            <a:ext cx="2250000" cy="3702541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</a:t>
            </a:r>
            <a:br>
              <a:rPr lang="en-GB"/>
            </a:br>
            <a:r>
              <a:rPr lang="en-GB"/>
              <a:t>add chart</a:t>
            </a:r>
          </a:p>
        </p:txBody>
      </p:sp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298A8A07-8B59-44A7-89B3-A90E912808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3522083" y="2190141"/>
            <a:ext cx="2250000" cy="370424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</a:t>
            </a:r>
            <a:br>
              <a:rPr lang="en-GB"/>
            </a:br>
            <a:r>
              <a:rPr lang="en-GB"/>
              <a:t>add chart</a:t>
            </a:r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7BF9ADD6-7635-4719-9294-2C7CB88A7AE7}"/>
              </a:ext>
            </a:extLst>
          </p:cNvPr>
          <p:cNvSpPr>
            <a:spLocks noGrp="1"/>
          </p:cNvSpPr>
          <p:nvPr>
            <p:ph type="chart" sz="quarter" idx="28" hasCustomPrompt="1"/>
          </p:nvPr>
        </p:nvSpPr>
        <p:spPr>
          <a:xfrm>
            <a:off x="6419917" y="2190141"/>
            <a:ext cx="2250000" cy="370424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</a:t>
            </a:r>
            <a:br>
              <a:rPr lang="en-GB"/>
            </a:br>
            <a:r>
              <a:rPr lang="en-GB"/>
              <a:t>add chart</a:t>
            </a:r>
          </a:p>
        </p:txBody>
      </p:sp>
      <p:sp>
        <p:nvSpPr>
          <p:cNvPr id="18" name="Chart Placeholder 14">
            <a:extLst>
              <a:ext uri="{FF2B5EF4-FFF2-40B4-BE49-F238E27FC236}">
                <a16:creationId xmlns:a16="http://schemas.microsoft.com/office/drawing/2014/main" id="{72CB465C-BA08-42D2-9D14-458C047620A0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9317751" y="2190142"/>
            <a:ext cx="2250000" cy="370424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</a:t>
            </a:r>
            <a:br>
              <a:rPr lang="en-GB"/>
            </a:br>
            <a:r>
              <a:rPr lang="en-GB"/>
              <a:t>add chart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04AC1-E4E2-4D9D-A2CB-493C0AF7AC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2CDA7445-07F2-4CAC-A94F-72D4495ABC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808572-41FF-DE4B-972D-5481B04684BA}"/>
              </a:ext>
            </a:extLst>
          </p:cNvPr>
          <p:cNvGrpSpPr/>
          <p:nvPr userDrawn="1"/>
        </p:nvGrpSpPr>
        <p:grpSpPr>
          <a:xfrm>
            <a:off x="3198166" y="1799999"/>
            <a:ext cx="5795668" cy="4094387"/>
            <a:chOff x="3198166" y="1800000"/>
            <a:chExt cx="5795668" cy="3870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E751FE3-4D06-4123-B809-8230CB03938F}"/>
                </a:ext>
              </a:extLst>
            </p:cNvPr>
            <p:cNvCxnSpPr/>
            <p:nvPr userDrawn="1"/>
          </p:nvCxnSpPr>
          <p:spPr>
            <a:xfrm>
              <a:off x="3198166" y="1800000"/>
              <a:ext cx="0" cy="3870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116C3B-948F-450B-B770-E7B633E3DAED}"/>
                </a:ext>
              </a:extLst>
            </p:cNvPr>
            <p:cNvCxnSpPr/>
            <p:nvPr userDrawn="1"/>
          </p:nvCxnSpPr>
          <p:spPr>
            <a:xfrm>
              <a:off x="6096000" y="1800000"/>
              <a:ext cx="0" cy="3870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CE454C4-45C0-4B1F-B312-F940122CB6CB}"/>
                </a:ext>
              </a:extLst>
            </p:cNvPr>
            <p:cNvCxnSpPr/>
            <p:nvPr userDrawn="1"/>
          </p:nvCxnSpPr>
          <p:spPr>
            <a:xfrm>
              <a:off x="8993834" y="1800000"/>
              <a:ext cx="0" cy="3870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562D8D6-B317-C44A-9FBC-67A50E8503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287" y="1776345"/>
            <a:ext cx="2714625" cy="211505"/>
          </a:xfrm>
        </p:spPr>
        <p:txBody>
          <a:bodyPr/>
          <a:lstStyle>
            <a:lvl1pPr algn="ctr">
              <a:defRPr sz="1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chart title</a:t>
            </a:r>
            <a:endParaRPr lang="en-GB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AB88EDB-048B-6449-BCB3-CBDB824AE9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03424" y="1776345"/>
            <a:ext cx="2714625" cy="211505"/>
          </a:xfrm>
        </p:spPr>
        <p:txBody>
          <a:bodyPr/>
          <a:lstStyle>
            <a:lvl1pPr algn="ctr">
              <a:defRPr sz="1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chart title</a:t>
            </a:r>
            <a:endParaRPr lang="en-GB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A1B32C2-AB03-2D45-95A5-944B4C0B186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1562" y="1776345"/>
            <a:ext cx="2714625" cy="211505"/>
          </a:xfrm>
        </p:spPr>
        <p:txBody>
          <a:bodyPr/>
          <a:lstStyle>
            <a:lvl1pPr algn="ctr">
              <a:defRPr sz="1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chart title</a:t>
            </a:r>
            <a:endParaRPr lang="en-GB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99A16684-A40E-5D4C-94E2-1CCC776BCB9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85438" y="1776345"/>
            <a:ext cx="2714625" cy="211505"/>
          </a:xfrm>
        </p:spPr>
        <p:txBody>
          <a:bodyPr/>
          <a:lstStyle>
            <a:lvl1pPr algn="ctr">
              <a:defRPr sz="1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chart title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CF36DC1-A9C6-FF8D-7342-37A06E67D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title</a:t>
            </a:r>
            <a:endParaRPr lang="en-GB"/>
          </a:p>
        </p:txBody>
      </p:sp>
      <p:pic>
        <p:nvPicPr>
          <p:cNvPr id="7" name="Picture 6" descr="A red and blue logo&#10;&#10;Description automatically generated">
            <a:extLst>
              <a:ext uri="{FF2B5EF4-FFF2-40B4-BE49-F238E27FC236}">
                <a16:creationId xmlns:a16="http://schemas.microsoft.com/office/drawing/2014/main" id="{30489F79-C12B-816F-5896-76B8BF3928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4323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58A6A2E-4DA8-194F-AF69-32C04E2B8F5D}"/>
              </a:ext>
            </a:extLst>
          </p:cNvPr>
          <p:cNvSpPr/>
          <p:nvPr userDrawn="1"/>
        </p:nvSpPr>
        <p:spPr>
          <a:xfrm>
            <a:off x="0" y="0"/>
            <a:ext cx="12192000" cy="5896800"/>
          </a:xfrm>
          <a:prstGeom prst="rect">
            <a:avLst/>
          </a:prstGeom>
          <a:solidFill>
            <a:srgbClr val="F2F0F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04AC1-E4E2-4D9D-A2CB-493C0AF7AC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E8D7EF-9F72-43B3-6756-73426142B816}"/>
              </a:ext>
            </a:extLst>
          </p:cNvPr>
          <p:cNvSpPr/>
          <p:nvPr userDrawn="1"/>
        </p:nvSpPr>
        <p:spPr>
          <a:xfrm rot="20700000">
            <a:off x="6061559" y="-16401"/>
            <a:ext cx="5929598" cy="5929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B3B1842-3BCD-40A7-B137-7C45F402698F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5209520" y="1980000"/>
            <a:ext cx="1259843" cy="126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Option for data point</a:t>
            </a:r>
            <a:endParaRPr lang="en-GB"/>
          </a:p>
        </p:txBody>
      </p:sp>
      <p:sp>
        <p:nvSpPr>
          <p:cNvPr id="30" name="Chart Placeholder 14">
            <a:extLst>
              <a:ext uri="{FF2B5EF4-FFF2-40B4-BE49-F238E27FC236}">
                <a16:creationId xmlns:a16="http://schemas.microsoft.com/office/drawing/2014/main" id="{AF63756D-15EA-4FB3-B8F3-9476CD3B1EB3}"/>
              </a:ext>
            </a:extLst>
          </p:cNvPr>
          <p:cNvSpPr>
            <a:spLocks noGrp="1"/>
          </p:cNvSpPr>
          <p:nvPr>
            <p:ph type="chart" sz="quarter" idx="28" hasCustomPrompt="1"/>
          </p:nvPr>
        </p:nvSpPr>
        <p:spPr>
          <a:xfrm>
            <a:off x="6785301" y="972000"/>
            <a:ext cx="4501398" cy="4320000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r>
              <a:rPr lang="en-GB"/>
              <a:t>Click to </a:t>
            </a:r>
          </a:p>
          <a:p>
            <a:r>
              <a:rPr lang="en-GB"/>
              <a:t>insert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5E45C7E-AE38-3748-9D2C-54F3A5AB38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85301" y="591688"/>
            <a:ext cx="4501398" cy="211495"/>
          </a:xfrm>
        </p:spPr>
        <p:txBody>
          <a:bodyPr/>
          <a:lstStyle>
            <a:lvl1pPr algn="ctr">
              <a:defRPr sz="1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chart title</a:t>
            </a:r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1DBF06-7FEA-E3D9-C1AA-FBF2FD4705B5}"/>
              </a:ext>
            </a:extLst>
          </p:cNvPr>
          <p:cNvSpPr/>
          <p:nvPr userDrawn="1"/>
        </p:nvSpPr>
        <p:spPr>
          <a:xfrm rot="20700000">
            <a:off x="1128249" y="1537566"/>
            <a:ext cx="4235264" cy="423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1EE6C78-6C9D-46F5-BED7-5118ED2EC447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396000" y="1980000"/>
            <a:ext cx="1259843" cy="126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Option for data point</a:t>
            </a:r>
            <a:endParaRPr lang="en-GB"/>
          </a:p>
        </p:txBody>
      </p: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4786B320-D8D1-4625-B36D-D278080C9418}"/>
              </a:ext>
            </a:extLst>
          </p:cNvPr>
          <p:cNvSpPr>
            <a:spLocks noGrp="1"/>
          </p:cNvSpPr>
          <p:nvPr>
            <p:ph type="chart" sz="quarter" idx="26" hasCustomPrompt="1"/>
          </p:nvPr>
        </p:nvSpPr>
        <p:spPr>
          <a:xfrm>
            <a:off x="1761206" y="2285998"/>
            <a:ext cx="2237588" cy="3042001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r>
              <a:rPr lang="en-GB"/>
              <a:t>Click to </a:t>
            </a:r>
          </a:p>
          <a:p>
            <a:r>
              <a:rPr lang="en-GB"/>
              <a:t>insert chart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DD7B3CC-6F8F-C147-8553-8B7429B8F49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761206" y="2075618"/>
            <a:ext cx="2237588" cy="210381"/>
          </a:xfrm>
        </p:spPr>
        <p:txBody>
          <a:bodyPr/>
          <a:lstStyle>
            <a:lvl1pPr algn="ctr">
              <a:defRPr sz="1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chart title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DEC67-67C4-4FAA-BCB6-6798DF2BD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9" y="342000"/>
            <a:ext cx="5789612" cy="657799"/>
          </a:xfrm>
        </p:spPr>
        <p:txBody>
          <a:bodyPr/>
          <a:lstStyle/>
          <a:p>
            <a:r>
              <a:rPr lang="en-GB"/>
              <a:t>Click to edit 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2CDA7445-07F2-4CAC-A94F-72D4495ABC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5789612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pic>
        <p:nvPicPr>
          <p:cNvPr id="7" name="Picture 6" descr="A red and blue logo&#10;&#10;Description automatically generated">
            <a:extLst>
              <a:ext uri="{FF2B5EF4-FFF2-40B4-BE49-F238E27FC236}">
                <a16:creationId xmlns:a16="http://schemas.microsoft.com/office/drawing/2014/main" id="{2998694F-F5B4-D0BB-FB5C-52BD3A2D88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7307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hart (Circle)"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04AC1-E4E2-4D9D-A2CB-493C0AF7AC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0A6D77-D6D6-43DA-98FE-F6F4EBFAE51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5288" y="1761173"/>
            <a:ext cx="4632325" cy="414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E08D46-93AA-D26E-5E01-C786FEBF1F16}"/>
              </a:ext>
            </a:extLst>
          </p:cNvPr>
          <p:cNvSpPr/>
          <p:nvPr userDrawn="1"/>
        </p:nvSpPr>
        <p:spPr>
          <a:xfrm rot="20700000">
            <a:off x="6061559" y="-16401"/>
            <a:ext cx="5929598" cy="5929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hart Placeholder 14">
            <a:extLst>
              <a:ext uri="{FF2B5EF4-FFF2-40B4-BE49-F238E27FC236}">
                <a16:creationId xmlns:a16="http://schemas.microsoft.com/office/drawing/2014/main" id="{655ADAD1-DB65-3B48-8D28-F238577FE89C}"/>
              </a:ext>
            </a:extLst>
          </p:cNvPr>
          <p:cNvSpPr>
            <a:spLocks noGrp="1"/>
          </p:cNvSpPr>
          <p:nvPr>
            <p:ph type="chart" sz="quarter" idx="28" hasCustomPrompt="1"/>
          </p:nvPr>
        </p:nvSpPr>
        <p:spPr>
          <a:xfrm>
            <a:off x="6785301" y="972000"/>
            <a:ext cx="4501398" cy="4320000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r>
              <a:rPr lang="en-GB"/>
              <a:t>Click to </a:t>
            </a:r>
          </a:p>
          <a:p>
            <a:r>
              <a:rPr lang="en-GB"/>
              <a:t>insert chart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1AE4268-0935-6B49-A232-465D9E3532D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85301" y="591688"/>
            <a:ext cx="4501398" cy="211495"/>
          </a:xfrm>
        </p:spPr>
        <p:txBody>
          <a:bodyPr/>
          <a:lstStyle>
            <a:lvl1pPr algn="ctr">
              <a:defRPr sz="1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chart title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B3B1842-3BCD-40A7-B137-7C45F402698F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5209520" y="1980000"/>
            <a:ext cx="1259843" cy="126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Option for data point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DEC67-67C4-4FAA-BCB6-6798DF2BD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9" y="342000"/>
            <a:ext cx="5789612" cy="657799"/>
          </a:xfrm>
        </p:spPr>
        <p:txBody>
          <a:bodyPr/>
          <a:lstStyle/>
          <a:p>
            <a:r>
              <a:rPr lang="en-GB"/>
              <a:t>Click to edit 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2CDA7445-07F2-4CAC-A94F-72D4495ABC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5789612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pic>
        <p:nvPicPr>
          <p:cNvPr id="7" name="Picture 6" descr="A red and blue logo&#10;&#10;Description automatically generated">
            <a:extLst>
              <a:ext uri="{FF2B5EF4-FFF2-40B4-BE49-F238E27FC236}">
                <a16:creationId xmlns:a16="http://schemas.microsoft.com/office/drawing/2014/main" id="{37C072DD-D215-A0D2-5E68-2BC8B7F80F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462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04AC1-E4E2-4D9D-A2CB-493C0AF7AC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2CDA7445-07F2-4CAC-A94F-72D4495ABC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650689CC-0F86-4845-BA95-3DCB5EBB19ED}"/>
              </a:ext>
            </a:extLst>
          </p:cNvPr>
          <p:cNvSpPr>
            <a:spLocks noGrp="1"/>
          </p:cNvSpPr>
          <p:nvPr>
            <p:ph type="chart" sz="quarter" idx="28" hasCustomPrompt="1"/>
          </p:nvPr>
        </p:nvSpPr>
        <p:spPr>
          <a:xfrm>
            <a:off x="6184900" y="1620000"/>
            <a:ext cx="5610225" cy="4274388"/>
          </a:xfrm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r>
              <a:rPr lang="en-GB"/>
              <a:t>Click to insert chart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EDEF20-E7A9-45CE-8D70-718CCDB18D8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5288" y="1761173"/>
            <a:ext cx="4645025" cy="4143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23B16F-D2EE-C65F-88BE-5A47BA82E9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title</a:t>
            </a:r>
            <a:endParaRPr lang="en-GB"/>
          </a:p>
        </p:txBody>
      </p:sp>
      <p:pic>
        <p:nvPicPr>
          <p:cNvPr id="6" name="Picture 5" descr="A red and blue logo&#10;&#10;Description automatically generated">
            <a:extLst>
              <a:ext uri="{FF2B5EF4-FFF2-40B4-BE49-F238E27FC236}">
                <a16:creationId xmlns:a16="http://schemas.microsoft.com/office/drawing/2014/main" id="{8E7F4098-A929-D40E-30FE-68FA1F0FB4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1838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er Quot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edia Placeholder 14">
            <a:extLst>
              <a:ext uri="{FF2B5EF4-FFF2-40B4-BE49-F238E27FC236}">
                <a16:creationId xmlns:a16="http://schemas.microsoft.com/office/drawing/2014/main" id="{9B29E03F-646A-45B2-8848-64C25CF52CE1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 bwMode="black">
          <a:xfrm>
            <a:off x="3293398" y="2996911"/>
            <a:ext cx="2712115" cy="3044420"/>
          </a:xfrm>
          <a:custGeom>
            <a:avLst/>
            <a:gdLst>
              <a:gd name="connsiteX0" fmla="*/ 0 w 2744787"/>
              <a:gd name="connsiteY0" fmla="*/ 0 h 3044420"/>
              <a:gd name="connsiteX1" fmla="*/ 2744787 w 2744787"/>
              <a:gd name="connsiteY1" fmla="*/ 0 h 3044420"/>
              <a:gd name="connsiteX2" fmla="*/ 2744787 w 2744787"/>
              <a:gd name="connsiteY2" fmla="*/ 2736850 h 3044420"/>
              <a:gd name="connsiteX3" fmla="*/ 2533247 w 2744787"/>
              <a:gd name="connsiteY3" fmla="*/ 2736850 h 3044420"/>
              <a:gd name="connsiteX4" fmla="*/ 2225676 w 2744787"/>
              <a:gd name="connsiteY4" fmla="*/ 3044420 h 3044420"/>
              <a:gd name="connsiteX5" fmla="*/ 1918107 w 2744787"/>
              <a:gd name="connsiteY5" fmla="*/ 2736850 h 3044420"/>
              <a:gd name="connsiteX6" fmla="*/ 0 w 2744787"/>
              <a:gd name="connsiteY6" fmla="*/ 2736850 h 304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44787" h="3044420">
                <a:moveTo>
                  <a:pt x="0" y="0"/>
                </a:moveTo>
                <a:lnTo>
                  <a:pt x="2744787" y="0"/>
                </a:lnTo>
                <a:lnTo>
                  <a:pt x="2744787" y="2736850"/>
                </a:lnTo>
                <a:lnTo>
                  <a:pt x="2533247" y="2736850"/>
                </a:lnTo>
                <a:lnTo>
                  <a:pt x="2225676" y="3044420"/>
                </a:lnTo>
                <a:lnTo>
                  <a:pt x="1918107" y="2736850"/>
                </a:lnTo>
                <a:lnTo>
                  <a:pt x="0" y="27368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Click icon to add media</a:t>
            </a:r>
            <a:endParaRPr lang="en-GB"/>
          </a:p>
        </p:txBody>
      </p:sp>
      <p:sp>
        <p:nvSpPr>
          <p:cNvPr id="16" name="Media Placeholder 15">
            <a:extLst>
              <a:ext uri="{FF2B5EF4-FFF2-40B4-BE49-F238E27FC236}">
                <a16:creationId xmlns:a16="http://schemas.microsoft.com/office/drawing/2014/main" id="{212B6994-A614-4152-88EF-23F034FB9457}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 bwMode="black">
          <a:xfrm>
            <a:off x="6188998" y="1268228"/>
            <a:ext cx="2706793" cy="3044420"/>
          </a:xfrm>
          <a:custGeom>
            <a:avLst/>
            <a:gdLst>
              <a:gd name="connsiteX0" fmla="*/ 0 w 2744787"/>
              <a:gd name="connsiteY0" fmla="*/ 0 h 3044420"/>
              <a:gd name="connsiteX1" fmla="*/ 2744787 w 2744787"/>
              <a:gd name="connsiteY1" fmla="*/ 0 h 3044420"/>
              <a:gd name="connsiteX2" fmla="*/ 2744787 w 2744787"/>
              <a:gd name="connsiteY2" fmla="*/ 2736850 h 3044420"/>
              <a:gd name="connsiteX3" fmla="*/ 2533247 w 2744787"/>
              <a:gd name="connsiteY3" fmla="*/ 2736850 h 3044420"/>
              <a:gd name="connsiteX4" fmla="*/ 2225676 w 2744787"/>
              <a:gd name="connsiteY4" fmla="*/ 3044420 h 3044420"/>
              <a:gd name="connsiteX5" fmla="*/ 1918107 w 2744787"/>
              <a:gd name="connsiteY5" fmla="*/ 2736850 h 3044420"/>
              <a:gd name="connsiteX6" fmla="*/ 0 w 2744787"/>
              <a:gd name="connsiteY6" fmla="*/ 2736850 h 304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44787" h="3044420">
                <a:moveTo>
                  <a:pt x="0" y="0"/>
                </a:moveTo>
                <a:lnTo>
                  <a:pt x="2744787" y="0"/>
                </a:lnTo>
                <a:lnTo>
                  <a:pt x="2744787" y="2736850"/>
                </a:lnTo>
                <a:lnTo>
                  <a:pt x="2533247" y="2736850"/>
                </a:lnTo>
                <a:lnTo>
                  <a:pt x="2225676" y="3044420"/>
                </a:lnTo>
                <a:lnTo>
                  <a:pt x="1918107" y="2736850"/>
                </a:lnTo>
                <a:lnTo>
                  <a:pt x="0" y="2736850"/>
                </a:lnTo>
                <a:close/>
              </a:path>
            </a:pathLst>
          </a:custGeom>
          <a:solidFill>
            <a:srgbClr val="F1F0F0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Click icon to add media</a:t>
            </a:r>
            <a:endParaRPr lang="en-GB"/>
          </a:p>
        </p:txBody>
      </p:sp>
      <p:sp>
        <p:nvSpPr>
          <p:cNvPr id="17" name="Media Placeholder 16">
            <a:extLst>
              <a:ext uri="{FF2B5EF4-FFF2-40B4-BE49-F238E27FC236}">
                <a16:creationId xmlns:a16="http://schemas.microsoft.com/office/drawing/2014/main" id="{5201B325-62CC-42FD-A7BE-1C1FC2864B6D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 bwMode="black">
          <a:xfrm>
            <a:off x="9080500" y="2406849"/>
            <a:ext cx="2703276" cy="3044420"/>
          </a:xfrm>
          <a:custGeom>
            <a:avLst/>
            <a:gdLst>
              <a:gd name="connsiteX0" fmla="*/ 0 w 2744787"/>
              <a:gd name="connsiteY0" fmla="*/ 0 h 3044420"/>
              <a:gd name="connsiteX1" fmla="*/ 2744787 w 2744787"/>
              <a:gd name="connsiteY1" fmla="*/ 0 h 3044420"/>
              <a:gd name="connsiteX2" fmla="*/ 2744787 w 2744787"/>
              <a:gd name="connsiteY2" fmla="*/ 2736850 h 3044420"/>
              <a:gd name="connsiteX3" fmla="*/ 2533247 w 2744787"/>
              <a:gd name="connsiteY3" fmla="*/ 2736850 h 3044420"/>
              <a:gd name="connsiteX4" fmla="*/ 2225676 w 2744787"/>
              <a:gd name="connsiteY4" fmla="*/ 3044420 h 3044420"/>
              <a:gd name="connsiteX5" fmla="*/ 1918107 w 2744787"/>
              <a:gd name="connsiteY5" fmla="*/ 2736850 h 3044420"/>
              <a:gd name="connsiteX6" fmla="*/ 0 w 2744787"/>
              <a:gd name="connsiteY6" fmla="*/ 2736850 h 304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44787" h="3044420">
                <a:moveTo>
                  <a:pt x="0" y="0"/>
                </a:moveTo>
                <a:lnTo>
                  <a:pt x="2744787" y="0"/>
                </a:lnTo>
                <a:lnTo>
                  <a:pt x="2744787" y="2736850"/>
                </a:lnTo>
                <a:lnTo>
                  <a:pt x="2533247" y="2736850"/>
                </a:lnTo>
                <a:lnTo>
                  <a:pt x="2225676" y="3044420"/>
                </a:lnTo>
                <a:lnTo>
                  <a:pt x="1918107" y="2736850"/>
                </a:lnTo>
                <a:lnTo>
                  <a:pt x="0" y="27368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Click icon to add media</a:t>
            </a:r>
            <a:endParaRPr lang="en-GB"/>
          </a:p>
        </p:txBody>
      </p:sp>
      <p:sp>
        <p:nvSpPr>
          <p:cNvPr id="14" name="Media Placeholder 13">
            <a:extLst>
              <a:ext uri="{FF2B5EF4-FFF2-40B4-BE49-F238E27FC236}">
                <a16:creationId xmlns:a16="http://schemas.microsoft.com/office/drawing/2014/main" id="{37986B13-2570-4179-8050-E2654C127CF8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 bwMode="black">
          <a:xfrm>
            <a:off x="395288" y="2055813"/>
            <a:ext cx="2714625" cy="3044420"/>
          </a:xfrm>
          <a:custGeom>
            <a:avLst/>
            <a:gdLst>
              <a:gd name="connsiteX0" fmla="*/ 0 w 2744787"/>
              <a:gd name="connsiteY0" fmla="*/ 0 h 3044420"/>
              <a:gd name="connsiteX1" fmla="*/ 2744787 w 2744787"/>
              <a:gd name="connsiteY1" fmla="*/ 0 h 3044420"/>
              <a:gd name="connsiteX2" fmla="*/ 2744787 w 2744787"/>
              <a:gd name="connsiteY2" fmla="*/ 2736850 h 3044420"/>
              <a:gd name="connsiteX3" fmla="*/ 2533247 w 2744787"/>
              <a:gd name="connsiteY3" fmla="*/ 2736850 h 3044420"/>
              <a:gd name="connsiteX4" fmla="*/ 2225676 w 2744787"/>
              <a:gd name="connsiteY4" fmla="*/ 3044420 h 3044420"/>
              <a:gd name="connsiteX5" fmla="*/ 1918107 w 2744787"/>
              <a:gd name="connsiteY5" fmla="*/ 2736850 h 3044420"/>
              <a:gd name="connsiteX6" fmla="*/ 0 w 2744787"/>
              <a:gd name="connsiteY6" fmla="*/ 2736850 h 304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44787" h="3044420">
                <a:moveTo>
                  <a:pt x="0" y="0"/>
                </a:moveTo>
                <a:lnTo>
                  <a:pt x="2744787" y="0"/>
                </a:lnTo>
                <a:lnTo>
                  <a:pt x="2744787" y="2736850"/>
                </a:lnTo>
                <a:lnTo>
                  <a:pt x="2533247" y="2736850"/>
                </a:lnTo>
                <a:lnTo>
                  <a:pt x="2225676" y="3044420"/>
                </a:lnTo>
                <a:lnTo>
                  <a:pt x="1918107" y="2736850"/>
                </a:lnTo>
                <a:lnTo>
                  <a:pt x="0" y="2736850"/>
                </a:lnTo>
                <a:close/>
              </a:path>
            </a:pathLst>
          </a:custGeom>
          <a:solidFill>
            <a:srgbClr val="F1F0F0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Click icon to add media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DEFD0C-6DA6-4221-9C15-4F4C5B0986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16D1F03-5AD8-455C-BF5F-794358210A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A1515-7905-4DD3-8B88-38DFA503D4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2906" y="2280170"/>
            <a:ext cx="2519389" cy="2461719"/>
          </a:xfrm>
          <a:solidFill>
            <a:srgbClr val="F1F0F0"/>
          </a:solidFill>
        </p:spPr>
        <p:txBody>
          <a:bodyPr/>
          <a:lstStyle>
            <a:lvl1pPr>
              <a:lnSpc>
                <a:spcPct val="98000"/>
              </a:lnSpc>
              <a:defRPr sz="1500"/>
            </a:lvl1pPr>
          </a:lstStyle>
          <a:p>
            <a:pPr lvl="0"/>
            <a:r>
              <a:rPr lang="en-US"/>
              <a:t>Click to edit quotation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B53A602-EBB5-4156-86D2-9FD7A3F6D8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9761" y="3215303"/>
            <a:ext cx="2519389" cy="2461719"/>
          </a:xfrm>
          <a:noFill/>
        </p:spPr>
        <p:txBody>
          <a:bodyPr/>
          <a:lstStyle>
            <a:lvl1pPr>
              <a:lnSpc>
                <a:spcPct val="98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quotation</a:t>
            </a:r>
            <a:endParaRPr lang="en-GB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207D0EB-09A9-4378-826F-3AA5A016F4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2700" y="1484025"/>
            <a:ext cx="2519389" cy="2461719"/>
          </a:xfrm>
          <a:solidFill>
            <a:srgbClr val="F1F0F0"/>
          </a:solidFill>
        </p:spPr>
        <p:txBody>
          <a:bodyPr/>
          <a:lstStyle>
            <a:lvl1pPr>
              <a:lnSpc>
                <a:spcPct val="98000"/>
              </a:lnSpc>
              <a:defRPr sz="1500"/>
            </a:lvl1pPr>
          </a:lstStyle>
          <a:p>
            <a:pPr lvl="0"/>
            <a:r>
              <a:rPr lang="en-US"/>
              <a:t>Click to edit quotation</a:t>
            </a:r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A89BCDE-9F57-4706-8EDC-F787BAB020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72444" y="2616615"/>
            <a:ext cx="2519389" cy="2461719"/>
          </a:xfrm>
          <a:noFill/>
        </p:spPr>
        <p:txBody>
          <a:bodyPr/>
          <a:lstStyle>
            <a:lvl1pPr>
              <a:lnSpc>
                <a:spcPct val="98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quotation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CEA9542-88B9-DFA9-DE19-B59D16B1B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title</a:t>
            </a:r>
            <a:endParaRPr lang="en-GB"/>
          </a:p>
        </p:txBody>
      </p:sp>
      <p:pic>
        <p:nvPicPr>
          <p:cNvPr id="10" name="Picture 9" descr="A red and blue logo&#10;&#10;Description automatically generated">
            <a:extLst>
              <a:ext uri="{FF2B5EF4-FFF2-40B4-BE49-F238E27FC236}">
                <a16:creationId xmlns:a16="http://schemas.microsoft.com/office/drawing/2014/main" id="{DFF78CCB-3ACA-9C99-A8FF-F8D384E209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9408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our Column Long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A1AA322-AB4B-461B-BAC1-E3D2C261D8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366D9F-CFC7-4363-AA0D-3B1E2920E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854" y="4485746"/>
            <a:ext cx="2243492" cy="1597450"/>
          </a:xfrm>
        </p:spPr>
        <p:txBody>
          <a:bodyPr rIns="36000"/>
          <a:lstStyle>
            <a:lvl1pPr algn="ctr">
              <a:defRPr sz="3200" b="1" i="0">
                <a:solidFill>
                  <a:schemeClr val="tx1"/>
                </a:solidFill>
                <a:latin typeface="TESCO Modern" panose="02000506030000020004" pitchFamily="2" charset="77"/>
              </a:defRPr>
            </a:lvl1pPr>
            <a:lvl4pPr>
              <a:defRPr sz="1600"/>
            </a:lvl4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0304664-4B9C-482D-BB89-F3F8B5FD77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34600" y="4485746"/>
            <a:ext cx="2236120" cy="1597450"/>
          </a:xfrm>
        </p:spPr>
        <p:txBody>
          <a:bodyPr rIns="36000"/>
          <a:lstStyle>
            <a:lvl1pPr algn="ctr">
              <a:defRPr sz="3200" b="1" i="0">
                <a:solidFill>
                  <a:schemeClr val="tx1"/>
                </a:solidFill>
                <a:latin typeface="TESCO Modern" panose="02000506030000020004" pitchFamily="2" charset="77"/>
              </a:defRPr>
            </a:lvl1pPr>
            <a:lvl4pPr>
              <a:defRPr sz="1600"/>
            </a:lvl4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C038E25-A619-4464-A5E3-7EC891F00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20923" y="4485746"/>
            <a:ext cx="2247835" cy="1597450"/>
          </a:xfrm>
        </p:spPr>
        <p:txBody>
          <a:bodyPr rIns="36000"/>
          <a:lstStyle>
            <a:lvl1pPr algn="ctr">
              <a:defRPr sz="3200" b="1" i="0">
                <a:solidFill>
                  <a:schemeClr val="tx1"/>
                </a:solidFill>
                <a:latin typeface="TESCO Modern" panose="02000506030000020004" pitchFamily="2" charset="77"/>
              </a:defRPr>
            </a:lvl1pPr>
            <a:lvl4pPr>
              <a:defRPr sz="1600"/>
            </a:lvl4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221CD17-7402-4C11-A738-EB2E70E5A1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16065" y="4485746"/>
            <a:ext cx="2243492" cy="1597450"/>
          </a:xfrm>
        </p:spPr>
        <p:txBody>
          <a:bodyPr rIns="36000"/>
          <a:lstStyle>
            <a:lvl1pPr algn="ctr">
              <a:defRPr sz="3200" b="1" i="0">
                <a:solidFill>
                  <a:schemeClr val="tx1"/>
                </a:solidFill>
                <a:latin typeface="TESCO Modern" panose="02000506030000020004" pitchFamily="2" charset="77"/>
              </a:defRPr>
            </a:lvl1pPr>
            <a:lvl4pPr>
              <a:defRPr sz="1600"/>
            </a:lvl4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DB67503-53AC-A9F9-59DB-2B12BB034B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B758F75A-DD86-B631-AA25-AFC0C959055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587466" y="1905673"/>
            <a:ext cx="2321841" cy="2320661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9098B8C9-8DFB-7A0D-72CB-46001B204122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495098" y="1905672"/>
            <a:ext cx="2321841" cy="2320661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6AF83EA5-8E74-F8C5-600E-58641F7CA9D5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402729" y="1905670"/>
            <a:ext cx="2321841" cy="2320661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58075921-468B-FA10-4F46-79F9BCE9F3E6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9310359" y="1905671"/>
            <a:ext cx="2321841" cy="2320661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pic>
        <p:nvPicPr>
          <p:cNvPr id="13" name="Picture 12" descr="A red and blue logo&#10;&#10;Description automatically generated">
            <a:extLst>
              <a:ext uri="{FF2B5EF4-FFF2-40B4-BE49-F238E27FC236}">
                <a16:creationId xmlns:a16="http://schemas.microsoft.com/office/drawing/2014/main" id="{330C4453-EB2F-66B6-AF5D-A9EB3A0559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9467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ree key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518E12E-DD66-4295-9460-DC9A8D3884C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901611" y="2032657"/>
            <a:ext cx="2677686" cy="2677686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49E38-5231-4B57-A957-68836AE7B7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7EBF27AB-271C-478D-B73F-3ED3E26123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6AB10830-E625-491E-9945-3A16EA8581F1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4757070" y="2032657"/>
            <a:ext cx="2677686" cy="2677686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F77D6E-792A-4707-A5BC-DC5FD0EEC80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8612367" y="2032657"/>
            <a:ext cx="2677686" cy="2677686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F0D384EC-533B-4E4F-AA8F-06C4D3E27F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8212" y="4991001"/>
            <a:ext cx="2677685" cy="856503"/>
          </a:xfrm>
        </p:spPr>
        <p:txBody>
          <a:bodyPr/>
          <a:lstStyle>
            <a:lvl1pPr algn="ctr">
              <a:defRPr sz="3200" b="1" i="0">
                <a:solidFill>
                  <a:schemeClr val="tx1"/>
                </a:solidFill>
                <a:latin typeface="TESCO Modern" panose="02000506030000020004" pitchFamily="2" charset="77"/>
              </a:defRPr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16D2B86-1954-6E4C-8068-D67A0D5EF1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57157" y="4991001"/>
            <a:ext cx="2677685" cy="856503"/>
          </a:xfrm>
        </p:spPr>
        <p:txBody>
          <a:bodyPr/>
          <a:lstStyle>
            <a:lvl1pPr algn="ctr">
              <a:defRPr sz="3200" b="1" i="0">
                <a:solidFill>
                  <a:schemeClr val="tx1"/>
                </a:solidFill>
                <a:latin typeface="TESCO Modern" panose="02000506030000020004" pitchFamily="2" charset="77"/>
              </a:defRPr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4C6BF8D-6C0B-5941-9C53-FA21369122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12455" y="4991001"/>
            <a:ext cx="2677685" cy="856503"/>
          </a:xfrm>
        </p:spPr>
        <p:txBody>
          <a:bodyPr/>
          <a:lstStyle>
            <a:lvl1pPr algn="ctr">
              <a:defRPr sz="3200" b="1" i="0">
                <a:solidFill>
                  <a:schemeClr val="tx1"/>
                </a:solidFill>
                <a:latin typeface="TESCO Modern" panose="02000506030000020004" pitchFamily="2" charset="77"/>
              </a:defRPr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26547A-3063-22CD-A732-1E3AF3425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title</a:t>
            </a:r>
            <a:endParaRPr lang="en-GB"/>
          </a:p>
        </p:txBody>
      </p:sp>
      <p:pic>
        <p:nvPicPr>
          <p:cNvPr id="6" name="Picture 5" descr="A red and blue logo&#10;&#10;Description automatically generated">
            <a:extLst>
              <a:ext uri="{FF2B5EF4-FFF2-40B4-BE49-F238E27FC236}">
                <a16:creationId xmlns:a16="http://schemas.microsoft.com/office/drawing/2014/main" id="{1FD2294C-90FA-8A03-49EB-C8621EC4CE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0516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key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518E12E-DD66-4295-9460-DC9A8D3884C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56046" y="2328583"/>
            <a:ext cx="2321841" cy="2320661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7EBF27AB-271C-478D-B73F-3ED3E26123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20E2A7-CE94-4267-9190-506565B41434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342029" y="2008272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No.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CE7F66-1926-4E45-B807-40EE0AD954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511" y="5026193"/>
            <a:ext cx="2106615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8C1A8666-0F44-CD1B-7B79-5294500BCCDF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563678" y="2328582"/>
            <a:ext cx="2321841" cy="2320661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9880FB-4547-13F9-EF88-36C5BBE5410B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3249661" y="2008271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No.</a:t>
            </a:r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ED06B8E-0FFF-5D24-C49F-99E7E35C58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41143" y="5026192"/>
            <a:ext cx="2106615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8812A6D1-AA8E-BC1C-4634-3193B8683700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471309" y="2328580"/>
            <a:ext cx="2321841" cy="2320661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657B9838-DFD0-FED4-1321-581122A90A7D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6157292" y="2008269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No.</a:t>
            </a:r>
            <a:endParaRPr lang="en-GB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4592A44-7AB8-E1CA-4F05-B8AFC9ACB0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8774" y="5026190"/>
            <a:ext cx="2106615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FE69AF62-4940-A781-5AF6-EED590AA46CC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9378939" y="2328581"/>
            <a:ext cx="2321841" cy="2320661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1757BCE-C72B-A470-AB30-248104D08969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9064922" y="2008270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No.</a:t>
            </a:r>
            <a:endParaRPr lang="en-GB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95826ACC-FB70-FD92-8D12-2B13FEBF63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56404" y="5026191"/>
            <a:ext cx="2106615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6CDCF575-1F8F-6865-A1C7-7416AE82DC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title</a:t>
            </a:r>
            <a:endParaRPr lang="en-GB"/>
          </a:p>
        </p:txBody>
      </p:sp>
      <p:pic>
        <p:nvPicPr>
          <p:cNvPr id="3" name="Picture 2" descr="A red and blue logo&#10;&#10;Description automatically generated">
            <a:extLst>
              <a:ext uri="{FF2B5EF4-FFF2-40B4-BE49-F238E27FC236}">
                <a16:creationId xmlns:a16="http://schemas.microsoft.com/office/drawing/2014/main" id="{8E855661-C348-1A65-B5CB-318BB978CD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93205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key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518E12E-DD66-4295-9460-DC9A8D3884C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901611" y="2032657"/>
            <a:ext cx="2677686" cy="2677686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49E38-5231-4B57-A957-68836AE7B7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7EBF27AB-271C-478D-B73F-3ED3E26123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20E2A7-CE94-4267-9190-506565B41434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20703" y="1812700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No.</a:t>
            </a:r>
            <a:endParaRPr lang="en-GB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6AB10830-E625-491E-9945-3A16EA8581F1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4757070" y="2032657"/>
            <a:ext cx="2677686" cy="2677686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46BBEC8-27F4-42C2-B432-A3175604E1AA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4499400" y="1812700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No.</a:t>
            </a:r>
            <a:endParaRPr lang="en-GB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F77D6E-792A-4707-A5BC-DC5FD0EEC80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8612367" y="2032657"/>
            <a:ext cx="2677686" cy="2677686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F6C518B-9B13-4B20-9138-47BBD26BE20B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8342097" y="1812700"/>
            <a:ext cx="630001" cy="63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No.</a:t>
            </a:r>
            <a:endParaRPr lang="en-GB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F0D384EC-533B-4E4F-AA8F-06C4D3E27F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7055" y="5048384"/>
            <a:ext cx="3239999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16D2B86-1954-6E4C-8068-D67A0D5EF1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76000" y="5048384"/>
            <a:ext cx="3239999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4C6BF8D-6C0B-5941-9C53-FA21369122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31298" y="5048384"/>
            <a:ext cx="3239999" cy="247290"/>
          </a:xfrm>
        </p:spPr>
        <p:txBody>
          <a:bodyPr/>
          <a:lstStyle>
            <a:lvl1pPr algn="ctr">
              <a:defRPr sz="1500"/>
            </a:lvl1pPr>
          </a:lstStyle>
          <a:p>
            <a:pPr lvl="0"/>
            <a:r>
              <a:rPr lang="en-US"/>
              <a:t>Click to edit headline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26547A-3063-22CD-A732-1E3AF3425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title</a:t>
            </a:r>
            <a:endParaRPr lang="en-GB"/>
          </a:p>
        </p:txBody>
      </p:sp>
      <p:pic>
        <p:nvPicPr>
          <p:cNvPr id="7" name="Picture 6" descr="A red and blue logo&#10;&#10;Description automatically generated">
            <a:extLst>
              <a:ext uri="{FF2B5EF4-FFF2-40B4-BE49-F238E27FC236}">
                <a16:creationId xmlns:a16="http://schemas.microsoft.com/office/drawing/2014/main" id="{99B6B6A5-8240-6AA3-0111-3861D84B76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47265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wcase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40351-F3B7-4BA9-9198-4D1FB1B560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342000"/>
            <a:ext cx="11399837" cy="657799"/>
          </a:xfrm>
        </p:spPr>
        <p:txBody>
          <a:bodyPr/>
          <a:lstStyle/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D60E37-31CA-4F48-A5D4-DEEA4E41EF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027C01F3-7940-4574-9FA6-B94F9728AA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0E77BB9-C303-4FB1-89A2-0E3BD1025D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5288" y="1811445"/>
            <a:ext cx="1779599" cy="929602"/>
          </a:xfrm>
        </p:spPr>
        <p:txBody>
          <a:bodyPr/>
          <a:lstStyle>
            <a:lvl1pPr>
              <a:spcAft>
                <a:spcPts val="0"/>
              </a:spcAft>
              <a:defRPr b="1" i="0">
                <a:solidFill>
                  <a:schemeClr val="accent1"/>
                </a:solidFill>
                <a:latin typeface="TESCO Modern" panose="02000506030000020004" pitchFamily="2" charset="77"/>
              </a:defRPr>
            </a:lvl1pPr>
            <a:lvl2pPr>
              <a:defRPr sz="1500" b="1" i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Edit stat</a:t>
            </a:r>
          </a:p>
          <a:p>
            <a:pPr lvl="1"/>
            <a:r>
              <a:rPr lang="en-US"/>
              <a:t>Second level</a:t>
            </a:r>
            <a:endParaRPr lang="en-GB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F7C443E-D92A-964B-B831-FB5CC29B2701}"/>
              </a:ext>
            </a:extLst>
          </p:cNvPr>
          <p:cNvGrpSpPr/>
          <p:nvPr userDrawn="1"/>
        </p:nvGrpSpPr>
        <p:grpSpPr>
          <a:xfrm rot="16200000">
            <a:off x="240079" y="2860290"/>
            <a:ext cx="734922" cy="108000"/>
            <a:chOff x="3426679" y="4423111"/>
            <a:chExt cx="734922" cy="10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7FEE61A-DDE1-C041-A1C3-42D404FAAA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679" y="4477111"/>
              <a:ext cx="626922" cy="0"/>
            </a:xfrm>
            <a:prstGeom prst="line">
              <a:avLst/>
            </a:prstGeom>
            <a:ln w="9525">
              <a:solidFill>
                <a:schemeClr val="accent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9D8537-3E31-344F-9F19-B9F2EDAB25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6679" y="4423111"/>
              <a:ext cx="108000" cy="108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E16AE164-3881-52DB-BDB2-0515E1A26290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27084" y="3139700"/>
            <a:ext cx="2434260" cy="243426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2523339F-D178-D516-B093-CE44B76650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65445" y="1811445"/>
            <a:ext cx="1779599" cy="929602"/>
          </a:xfrm>
        </p:spPr>
        <p:txBody>
          <a:bodyPr/>
          <a:lstStyle>
            <a:lvl1pPr>
              <a:spcAft>
                <a:spcPts val="0"/>
              </a:spcAft>
              <a:defRPr b="1" i="0">
                <a:solidFill>
                  <a:schemeClr val="accent1"/>
                </a:solidFill>
                <a:latin typeface="TESCO Modern" panose="02000506030000020004" pitchFamily="2" charset="77"/>
              </a:defRPr>
            </a:lvl1pPr>
            <a:lvl2pPr>
              <a:defRPr sz="1500" b="1" i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Edit stat</a:t>
            </a:r>
          </a:p>
          <a:p>
            <a:pPr lvl="1"/>
            <a:r>
              <a:rPr lang="en-US"/>
              <a:t>Second level</a:t>
            </a:r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8DB9C2-4683-DDF3-6659-13705D1D048A}"/>
              </a:ext>
            </a:extLst>
          </p:cNvPr>
          <p:cNvGrpSpPr/>
          <p:nvPr userDrawn="1"/>
        </p:nvGrpSpPr>
        <p:grpSpPr>
          <a:xfrm rot="16200000">
            <a:off x="4110236" y="2860290"/>
            <a:ext cx="734922" cy="108000"/>
            <a:chOff x="3426679" y="4423111"/>
            <a:chExt cx="734922" cy="10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F873248-E6EA-82DB-11EF-4AA8A084ED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679" y="4477111"/>
              <a:ext cx="626922" cy="0"/>
            </a:xfrm>
            <a:prstGeom prst="line">
              <a:avLst/>
            </a:prstGeom>
            <a:ln w="9525">
              <a:solidFill>
                <a:schemeClr val="accent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8276B2E-6D03-0FAD-712D-60925FB22F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6679" y="4423111"/>
              <a:ext cx="108000" cy="108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0ED939C6-56C4-D75D-EA19-CC96A1F78AC3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4697241" y="3139700"/>
            <a:ext cx="2434260" cy="243426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560CB4B6-5B8D-E6DF-92E6-69401F5CD3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35601" y="1811445"/>
            <a:ext cx="1779599" cy="929602"/>
          </a:xfrm>
        </p:spPr>
        <p:txBody>
          <a:bodyPr/>
          <a:lstStyle>
            <a:lvl1pPr>
              <a:spcAft>
                <a:spcPts val="0"/>
              </a:spcAft>
              <a:defRPr b="1" i="0">
                <a:solidFill>
                  <a:schemeClr val="accent1"/>
                </a:solidFill>
                <a:latin typeface="TESCO Modern" panose="02000506030000020004" pitchFamily="2" charset="77"/>
              </a:defRPr>
            </a:lvl1pPr>
            <a:lvl2pPr>
              <a:defRPr sz="1500" b="1" i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Edit stat</a:t>
            </a:r>
          </a:p>
          <a:p>
            <a:pPr lvl="1"/>
            <a:r>
              <a:rPr lang="en-US"/>
              <a:t>Second level</a:t>
            </a:r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B27FBF9-5FDF-D712-E116-4D813463BB8D}"/>
              </a:ext>
            </a:extLst>
          </p:cNvPr>
          <p:cNvGrpSpPr/>
          <p:nvPr userDrawn="1"/>
        </p:nvGrpSpPr>
        <p:grpSpPr>
          <a:xfrm rot="16200000">
            <a:off x="7980392" y="2860290"/>
            <a:ext cx="734922" cy="108000"/>
            <a:chOff x="3426679" y="4423111"/>
            <a:chExt cx="734922" cy="108000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1B2B631-F4BD-7499-AC90-F2F55624DC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679" y="4477111"/>
              <a:ext cx="626922" cy="0"/>
            </a:xfrm>
            <a:prstGeom prst="line">
              <a:avLst/>
            </a:prstGeom>
            <a:ln w="9525">
              <a:solidFill>
                <a:schemeClr val="accent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C0E44B8-3ED6-9D91-7394-37EDD63085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6679" y="4423111"/>
              <a:ext cx="108000" cy="108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31" name="Picture Placeholder 11">
            <a:extLst>
              <a:ext uri="{FF2B5EF4-FFF2-40B4-BE49-F238E27FC236}">
                <a16:creationId xmlns:a16="http://schemas.microsoft.com/office/drawing/2014/main" id="{C377B763-1BA5-32F3-FDE1-9438B8DD17E8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8567397" y="3139700"/>
            <a:ext cx="2434260" cy="243426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picture</a:t>
            </a:r>
          </a:p>
        </p:txBody>
      </p:sp>
      <p:pic>
        <p:nvPicPr>
          <p:cNvPr id="8" name="Picture 7" descr="A red and blue logo&#10;&#10;Description automatically generated">
            <a:extLst>
              <a:ext uri="{FF2B5EF4-FFF2-40B4-BE49-F238E27FC236}">
                <a16:creationId xmlns:a16="http://schemas.microsoft.com/office/drawing/2014/main" id="{2595499F-DBAD-D9C7-CDB8-A9509A4FCF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3732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am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FC7909-9860-4D1A-8219-9321861BE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BB0D08E-E49F-41A3-83FC-E0E72C4233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1010496"/>
            <a:ext cx="11399836" cy="403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 baseline="0">
                <a:solidFill>
                  <a:schemeClr val="accent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B0807F-FD51-498C-8F21-1A5595C90A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746000"/>
            <a:ext cx="2376000" cy="828000"/>
          </a:xfrm>
          <a:solidFill>
            <a:srgbClr val="F1F0F0"/>
          </a:solidFill>
        </p:spPr>
        <p:txBody>
          <a:bodyPr lIns="396000" rIns="396000" anchor="ctr"/>
          <a:lstStyle>
            <a:lvl1pPr algn="ctr">
              <a:defRPr sz="1500" b="1" i="0">
                <a:solidFill>
                  <a:schemeClr val="accent1"/>
                </a:solidFill>
                <a:latin typeface="TESCO Modern" panose="02000506030000020004" pitchFamily="2" charset="77"/>
              </a:defRPr>
            </a:lvl1pPr>
          </a:lstStyle>
          <a:p>
            <a:pPr lvl="0"/>
            <a:r>
              <a:rPr lang="en-US"/>
              <a:t>Click to edit title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B014667-CB8C-4A61-9535-26CDE689DE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54000" y="1746000"/>
            <a:ext cx="2376000" cy="828000"/>
          </a:xfrm>
          <a:solidFill>
            <a:srgbClr val="F1F0F0"/>
          </a:solidFill>
        </p:spPr>
        <p:txBody>
          <a:bodyPr lIns="360000" rIns="360000" anchor="ctr"/>
          <a:lstStyle>
            <a:lvl1pPr algn="ctr">
              <a:defRPr sz="1500" b="1" i="0">
                <a:solidFill>
                  <a:schemeClr val="accent1"/>
                </a:solidFill>
                <a:latin typeface="TESCO Modern" panose="02000506030000020004" pitchFamily="2" charset="77"/>
              </a:defRPr>
            </a:lvl1pPr>
          </a:lstStyle>
          <a:p>
            <a:pPr lvl="0"/>
            <a:r>
              <a:rPr lang="en-US"/>
              <a:t>Click to edit title</a:t>
            </a:r>
            <a:endParaRPr lang="en-GB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0CC6C1A-D3EF-480E-A88B-7F1DE697D6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08000" y="1746000"/>
            <a:ext cx="2376000" cy="828000"/>
          </a:xfrm>
          <a:solidFill>
            <a:srgbClr val="F1F0F0"/>
          </a:solidFill>
        </p:spPr>
        <p:txBody>
          <a:bodyPr lIns="360000" rIns="360000" anchor="ctr"/>
          <a:lstStyle>
            <a:lvl1pPr algn="ctr">
              <a:defRPr sz="1500" b="1" i="0">
                <a:solidFill>
                  <a:schemeClr val="accent1"/>
                </a:solidFill>
                <a:latin typeface="TESCO Modern" panose="02000506030000020004" pitchFamily="2" charset="77"/>
              </a:defRPr>
            </a:lvl1pPr>
          </a:lstStyle>
          <a:p>
            <a:pPr lvl="0"/>
            <a:r>
              <a:rPr lang="en-US"/>
              <a:t>Click to edit title</a:t>
            </a:r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016E57B-C1F2-467E-AFDB-4CB1F69E49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62000" y="1746000"/>
            <a:ext cx="2376000" cy="828000"/>
          </a:xfrm>
          <a:solidFill>
            <a:srgbClr val="F1F0F0"/>
          </a:solidFill>
        </p:spPr>
        <p:txBody>
          <a:bodyPr lIns="360000" rIns="360000" anchor="ctr"/>
          <a:lstStyle>
            <a:lvl1pPr algn="ctr">
              <a:defRPr sz="1500" b="1" i="0">
                <a:solidFill>
                  <a:schemeClr val="accent1"/>
                </a:solidFill>
                <a:latin typeface="TESCO Modern" panose="02000506030000020004" pitchFamily="2" charset="77"/>
              </a:defRPr>
            </a:lvl1pPr>
          </a:lstStyle>
          <a:p>
            <a:pPr lvl="0"/>
            <a:r>
              <a:rPr lang="en-US"/>
              <a:t>Click to edit title</a:t>
            </a:r>
            <a:endParaRPr lang="en-GB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930BEC3-B5A3-4512-B4F7-F63C11AA99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16000" y="1746000"/>
            <a:ext cx="2376000" cy="828000"/>
          </a:xfrm>
          <a:solidFill>
            <a:srgbClr val="F1F0F0"/>
          </a:solidFill>
        </p:spPr>
        <p:txBody>
          <a:bodyPr lIns="396000" rIns="396000" anchor="ctr"/>
          <a:lstStyle>
            <a:lvl1pPr algn="ctr">
              <a:defRPr sz="1500" b="1" i="0">
                <a:solidFill>
                  <a:schemeClr val="accent1"/>
                </a:solidFill>
                <a:latin typeface="TESCO Modern" panose="02000506030000020004" pitchFamily="2" charset="77"/>
              </a:defRPr>
            </a:lvl1pPr>
          </a:lstStyle>
          <a:p>
            <a:pPr lvl="0"/>
            <a:r>
              <a:rPr lang="en-US"/>
              <a:t>Click to edit title</a:t>
            </a:r>
            <a:endParaRPr lang="en-GB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5A48F33-2DCF-47F3-81DC-FFD8DD6B5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2649400"/>
            <a:ext cx="6055200" cy="1584000"/>
          </a:xfrm>
          <a:solidFill>
            <a:srgbClr val="F1F0F0"/>
          </a:solidFill>
        </p:spPr>
        <p:txBody>
          <a:bodyPr lIns="396000" tIns="180000" rIns="396000" anchor="t"/>
          <a:lstStyle>
            <a:lvl1pPr algn="ctr">
              <a:spcAft>
                <a:spcPts val="600"/>
              </a:spcAft>
              <a:defRPr sz="3000" b="1" i="0">
                <a:solidFill>
                  <a:schemeClr val="accent1"/>
                </a:solidFill>
                <a:latin typeface="TESCO Modern" panose="02000506030000020004" pitchFamily="2" charset="77"/>
              </a:defRPr>
            </a:lvl1pPr>
            <a:lvl2pPr algn="ctr">
              <a:lnSpc>
                <a:spcPct val="98000"/>
              </a:lnSpc>
              <a:defRPr sz="1500" b="1" i="0">
                <a:solidFill>
                  <a:schemeClr val="tx2"/>
                </a:solidFill>
                <a:latin typeface="TESCO Modern" panose="02000506030000020004" pitchFamily="2" charset="77"/>
              </a:defRPr>
            </a:lvl2pPr>
          </a:lstStyle>
          <a:p>
            <a:pPr lvl="0"/>
            <a:r>
              <a:rPr lang="en-US"/>
              <a:t>Click to edit title</a:t>
            </a:r>
          </a:p>
          <a:p>
            <a:pPr lvl="1"/>
            <a:r>
              <a:rPr lang="en-US"/>
              <a:t>Second level</a:t>
            </a:r>
            <a:endParaRPr lang="en-GB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E5D7180-FBAC-4C8B-847B-304E040B6C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6800" y="2649400"/>
            <a:ext cx="6055200" cy="1584000"/>
          </a:xfrm>
          <a:solidFill>
            <a:srgbClr val="F1F0F0"/>
          </a:solidFill>
        </p:spPr>
        <p:txBody>
          <a:bodyPr lIns="396000" tIns="180000" rIns="396000" anchor="t"/>
          <a:lstStyle>
            <a:lvl1pPr algn="ctr">
              <a:spcAft>
                <a:spcPts val="600"/>
              </a:spcAft>
              <a:defRPr sz="3000" b="1" i="0">
                <a:solidFill>
                  <a:schemeClr val="accent1"/>
                </a:solidFill>
                <a:latin typeface="TESCO Modern" panose="02000506030000020004" pitchFamily="2" charset="77"/>
              </a:defRPr>
            </a:lvl1pPr>
            <a:lvl2pPr algn="ctr">
              <a:lnSpc>
                <a:spcPct val="98000"/>
              </a:lnSpc>
              <a:defRPr sz="1500" b="1" i="0">
                <a:solidFill>
                  <a:schemeClr val="tx2"/>
                </a:solidFill>
                <a:latin typeface="TESCO Modern" panose="02000506030000020004" pitchFamily="2" charset="77"/>
              </a:defRPr>
            </a:lvl2pPr>
          </a:lstStyle>
          <a:p>
            <a:pPr lvl="0"/>
            <a:r>
              <a:rPr lang="en-US"/>
              <a:t>Click to edit title</a:t>
            </a:r>
          </a:p>
          <a:p>
            <a:pPr lvl="1"/>
            <a:r>
              <a:rPr lang="en-US"/>
              <a:t>Second level</a:t>
            </a:r>
            <a:endParaRPr lang="en-GB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810D69E-5D1E-4A6F-B0FF-C6BE9ED89D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0" y="4308800"/>
            <a:ext cx="12192000" cy="1584000"/>
          </a:xfrm>
          <a:solidFill>
            <a:schemeClr val="accent1"/>
          </a:solidFill>
        </p:spPr>
        <p:txBody>
          <a:bodyPr lIns="396000" tIns="180000" rIns="396000" anchor="t"/>
          <a:lstStyle>
            <a:lvl1pPr algn="ctr">
              <a:spcAft>
                <a:spcPts val="600"/>
              </a:spcAft>
              <a:defRPr sz="3000" b="1" i="0">
                <a:solidFill>
                  <a:schemeClr val="bg1"/>
                </a:solidFill>
                <a:latin typeface="TESCO Modern" panose="02000506030000020004" pitchFamily="2" charset="77"/>
              </a:defRPr>
            </a:lvl1pPr>
            <a:lvl2pPr algn="ctr">
              <a:lnSpc>
                <a:spcPct val="98000"/>
              </a:lnSpc>
              <a:defRPr sz="1500" b="1" i="0">
                <a:solidFill>
                  <a:schemeClr val="bg1"/>
                </a:solidFill>
                <a:latin typeface="TESCO Modern" panose="02000506030000020004" pitchFamily="2" charset="77"/>
              </a:defRPr>
            </a:lvl2pPr>
          </a:lstStyle>
          <a:p>
            <a:pPr lvl="0"/>
            <a:r>
              <a:rPr lang="en-US"/>
              <a:t>Click to edit title</a:t>
            </a:r>
          </a:p>
          <a:p>
            <a:pPr lvl="1"/>
            <a:r>
              <a:rPr lang="en-US"/>
              <a:t>Second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B932F3-9041-0507-4D39-3E53D414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14" name="Picture 13" descr="A red and blue logo&#10;&#10;Description automatically generated">
            <a:extLst>
              <a:ext uri="{FF2B5EF4-FFF2-40B4-BE49-F238E27FC236}">
                <a16:creationId xmlns:a16="http://schemas.microsoft.com/office/drawing/2014/main" id="{0B86F891-094B-94CD-6E41-AC6D790752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5394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ection Divider Temp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627" y="483327"/>
            <a:ext cx="4106686" cy="257102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8000"/>
              </a:lnSpc>
              <a:defRPr sz="5600" spc="-3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Insert background</a:t>
            </a:r>
            <a:br>
              <a:rPr lang="en-US"/>
            </a:br>
            <a:r>
              <a:rPr lang="en-US"/>
              <a:t>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50293-381B-0C44-A980-D0EA78AFE1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3627" y="3331029"/>
            <a:ext cx="4106686" cy="509451"/>
          </a:xfrm>
        </p:spPr>
        <p:txBody>
          <a:bodyPr anchor="t" anchorCtr="0"/>
          <a:lstStyle>
            <a:lvl1pPr>
              <a:spcAft>
                <a:spcPts val="0"/>
              </a:spcAft>
              <a:defRPr sz="2000" b="0">
                <a:solidFill>
                  <a:schemeClr val="accent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US"/>
              <a:t>Visit BAMS for image options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1EB1CA-D956-564A-BABC-2B31B1CC560B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7FA30CF4-A3A0-7647-B75A-420655B253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black">
          <a:xfrm>
            <a:off x="0" y="0"/>
            <a:ext cx="12192000" cy="5892419"/>
          </a:xfrm>
          <a:custGeom>
            <a:avLst/>
            <a:gdLst>
              <a:gd name="connsiteX0" fmla="*/ 0 w 12192000"/>
              <a:gd name="connsiteY0" fmla="*/ 0 h 5892419"/>
              <a:gd name="connsiteX1" fmla="*/ 200591 w 12192000"/>
              <a:gd name="connsiteY1" fmla="*/ 0 h 5892419"/>
              <a:gd name="connsiteX2" fmla="*/ 575733 w 12192000"/>
              <a:gd name="connsiteY2" fmla="*/ 0 h 5892419"/>
              <a:gd name="connsiteX3" fmla="*/ 584905 w 12192000"/>
              <a:gd name="connsiteY3" fmla="*/ 0 h 5892419"/>
              <a:gd name="connsiteX4" fmla="*/ 584905 w 12192000"/>
              <a:gd name="connsiteY4" fmla="*/ 4055533 h 5892419"/>
              <a:gd name="connsiteX5" fmla="*/ 5410200 w 12192000"/>
              <a:gd name="connsiteY5" fmla="*/ 4055533 h 5892419"/>
              <a:gd name="connsiteX6" fmla="*/ 5410200 w 12192000"/>
              <a:gd name="connsiteY6" fmla="*/ 4044951 h 5892419"/>
              <a:gd name="connsiteX7" fmla="*/ 5416550 w 12192000"/>
              <a:gd name="connsiteY7" fmla="*/ 4044951 h 5892419"/>
              <a:gd name="connsiteX8" fmla="*/ 5416550 w 12192000"/>
              <a:gd name="connsiteY8" fmla="*/ 3048 h 5892419"/>
              <a:gd name="connsiteX9" fmla="*/ 5410200 w 12192000"/>
              <a:gd name="connsiteY9" fmla="*/ 3048 h 5892419"/>
              <a:gd name="connsiteX10" fmla="*/ 5410200 w 12192000"/>
              <a:gd name="connsiteY10" fmla="*/ 0 h 5892419"/>
              <a:gd name="connsiteX11" fmla="*/ 12192000 w 12192000"/>
              <a:gd name="connsiteY11" fmla="*/ 0 h 5892419"/>
              <a:gd name="connsiteX12" fmla="*/ 12192000 w 12192000"/>
              <a:gd name="connsiteY12" fmla="*/ 5892419 h 5892419"/>
              <a:gd name="connsiteX13" fmla="*/ 0 w 12192000"/>
              <a:gd name="connsiteY13" fmla="*/ 5892419 h 5892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5892419">
                <a:moveTo>
                  <a:pt x="0" y="0"/>
                </a:moveTo>
                <a:lnTo>
                  <a:pt x="200591" y="0"/>
                </a:lnTo>
                <a:lnTo>
                  <a:pt x="575733" y="0"/>
                </a:lnTo>
                <a:lnTo>
                  <a:pt x="584905" y="0"/>
                </a:lnTo>
                <a:lnTo>
                  <a:pt x="584905" y="4055533"/>
                </a:lnTo>
                <a:lnTo>
                  <a:pt x="5410200" y="4055533"/>
                </a:lnTo>
                <a:lnTo>
                  <a:pt x="5410200" y="4044951"/>
                </a:lnTo>
                <a:lnTo>
                  <a:pt x="5416550" y="4044951"/>
                </a:lnTo>
                <a:lnTo>
                  <a:pt x="5416550" y="3048"/>
                </a:lnTo>
                <a:lnTo>
                  <a:pt x="5410200" y="3048"/>
                </a:lnTo>
                <a:lnTo>
                  <a:pt x="5410200" y="0"/>
                </a:lnTo>
                <a:lnTo>
                  <a:pt x="12192000" y="0"/>
                </a:lnTo>
                <a:lnTo>
                  <a:pt x="12192000" y="5892419"/>
                </a:lnTo>
                <a:lnTo>
                  <a:pt x="0" y="589241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rIns="1872000" anchor="ctr">
            <a:noAutofit/>
          </a:bodyPr>
          <a:lstStyle>
            <a:lvl1pPr marL="0" indent="0" algn="r">
              <a:tabLst>
                <a:tab pos="243840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3" name="Picture 2" descr="A red and blue logo&#10;&#10;Description automatically generated">
            <a:extLst>
              <a:ext uri="{FF2B5EF4-FFF2-40B4-BE49-F238E27FC236}">
                <a16:creationId xmlns:a16="http://schemas.microsoft.com/office/drawing/2014/main" id="{8A111B9F-8220-2FF2-0CCC-0545836E29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871" y="6079327"/>
            <a:ext cx="2055962" cy="5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986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E1FF6-A686-324B-A481-383F867F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A0F234-5C63-284A-9CD0-12CF153072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GB"/>
              <a:t>Classification: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452310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Section Divider Large 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9AC704D-7965-4A14-AFB7-84C795D77B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5288" y="3218688"/>
            <a:ext cx="5920168" cy="28241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75000"/>
              </a:lnSpc>
              <a:defRPr sz="8800" b="0" spc="-3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0223A13-E3D5-D74A-A941-461B7DFEDB64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562000" y="0"/>
            <a:ext cx="6630000" cy="5623200"/>
          </a:xfrm>
          <a:custGeom>
            <a:avLst/>
            <a:gdLst>
              <a:gd name="connsiteX0" fmla="*/ 218232 w 6630000"/>
              <a:gd name="connsiteY0" fmla="*/ 0 h 5623200"/>
              <a:gd name="connsiteX1" fmla="*/ 6630000 w 6630000"/>
              <a:gd name="connsiteY1" fmla="*/ 0 h 5623200"/>
              <a:gd name="connsiteX2" fmla="*/ 6630000 w 6630000"/>
              <a:gd name="connsiteY2" fmla="*/ 4915659 h 5623200"/>
              <a:gd name="connsiteX3" fmla="*/ 6491743 w 6630000"/>
              <a:gd name="connsiteY3" fmla="*/ 5004294 h 5623200"/>
              <a:gd name="connsiteX4" fmla="*/ 4275000 w 6630000"/>
              <a:gd name="connsiteY4" fmla="*/ 5623200 h 5623200"/>
              <a:gd name="connsiteX5" fmla="*/ 0 w 6630000"/>
              <a:gd name="connsiteY5" fmla="*/ 1348200 h 5623200"/>
              <a:gd name="connsiteX6" fmla="*/ 192196 w 6630000"/>
              <a:gd name="connsiteY6" fmla="*/ 76946 h 562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30000" h="5623200">
                <a:moveTo>
                  <a:pt x="218232" y="0"/>
                </a:moveTo>
                <a:lnTo>
                  <a:pt x="6630000" y="0"/>
                </a:lnTo>
                <a:lnTo>
                  <a:pt x="6630000" y="4915659"/>
                </a:lnTo>
                <a:lnTo>
                  <a:pt x="6491743" y="5004294"/>
                </a:lnTo>
                <a:cubicBezTo>
                  <a:pt x="5845376" y="5397036"/>
                  <a:pt x="5086600" y="5623200"/>
                  <a:pt x="4275000" y="5623200"/>
                </a:cubicBezTo>
                <a:cubicBezTo>
                  <a:pt x="1913983" y="5623200"/>
                  <a:pt x="0" y="3709217"/>
                  <a:pt x="0" y="1348200"/>
                </a:cubicBezTo>
                <a:cubicBezTo>
                  <a:pt x="0" y="905510"/>
                  <a:pt x="67289" y="478535"/>
                  <a:pt x="192196" y="7694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insert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35C7670-8B15-1948-8BF4-8FC81A0A1F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5063" y="395288"/>
            <a:ext cx="5079146" cy="41801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000" b="0" kern="1200" dirty="0">
                <a:solidFill>
                  <a:schemeClr val="tx1"/>
                </a:solidFill>
                <a:effectLst/>
                <a:latin typeface="TESCO Modern" panose="0200050603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date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0B95241-398C-704B-8477-7C506BEF42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5288" y="5933144"/>
            <a:ext cx="5166712" cy="327673"/>
          </a:xfrm>
        </p:spPr>
        <p:txBody>
          <a:bodyPr anchor="t" anchorCtr="0"/>
          <a:lstStyle>
            <a:lvl1pPr>
              <a:spcAft>
                <a:spcPts val="0"/>
              </a:spcAft>
              <a:defRPr sz="22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en-GB"/>
              <a:t>Click to add presenter’s name, title</a:t>
            </a:r>
            <a:endParaRPr lang="en-US"/>
          </a:p>
        </p:txBody>
      </p:sp>
      <p:pic>
        <p:nvPicPr>
          <p:cNvPr id="3" name="Picture 2" descr="A red and blue logo&#10;&#10;Description automatically generated">
            <a:extLst>
              <a:ext uri="{FF2B5EF4-FFF2-40B4-BE49-F238E27FC236}">
                <a16:creationId xmlns:a16="http://schemas.microsoft.com/office/drawing/2014/main" id="{B3BBF459-90B5-C12F-0EF0-B7E235A27F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871" y="6079327"/>
            <a:ext cx="2055962" cy="5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77919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6587" y="1777999"/>
            <a:ext cx="5376864" cy="39862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 bwMode="ltGray">
          <a:xfrm>
            <a:off x="6175376" y="2"/>
            <a:ext cx="6016626" cy="5915024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6589" y="573406"/>
            <a:ext cx="5376862" cy="5902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6589" y="1163638"/>
            <a:ext cx="5376862" cy="2531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GB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47538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nfo Box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F8F267-B3A7-426C-B891-1B3CD5DCA16E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34BDE93-00CA-A749-9B86-6E101CDA6C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5289" y="656408"/>
            <a:ext cx="6948486" cy="29046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8000"/>
              </a:lnSpc>
              <a:defRPr sz="6600" spc="-30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here</a:t>
            </a:r>
            <a:br>
              <a:rPr lang="en-US"/>
            </a:br>
            <a:r>
              <a:rPr lang="en-US"/>
              <a:t>to add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5DA1B55-15BF-B04E-971C-3133A8DBC7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5062" y="5355772"/>
            <a:ext cx="5610451" cy="41801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000" b="0" kern="1200" dirty="0">
                <a:solidFill>
                  <a:schemeClr val="bg1"/>
                </a:solidFill>
                <a:effectLst/>
                <a:latin typeface="TESCO Modern" panose="0200050603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date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746C292-9B55-E445-A539-2D21B0EF86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4496889"/>
            <a:ext cx="6948486" cy="786311"/>
          </a:xfrm>
        </p:spPr>
        <p:txBody>
          <a:bodyPr anchor="t" anchorCtr="0"/>
          <a:lstStyle>
            <a:lvl1pPr>
              <a:spcAft>
                <a:spcPts val="0"/>
              </a:spcAft>
              <a:defRPr sz="2200" b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lvl="0"/>
            <a:r>
              <a:rPr lang="en-GB"/>
              <a:t>Click to add presenter’s name, title</a:t>
            </a:r>
            <a:endParaRPr lang="en-US"/>
          </a:p>
        </p:txBody>
      </p:sp>
      <p:pic>
        <p:nvPicPr>
          <p:cNvPr id="2" name="Picture 1" descr="A red and blue logo&#10;&#10;Description automatically generated">
            <a:extLst>
              <a:ext uri="{FF2B5EF4-FFF2-40B4-BE49-F238E27FC236}">
                <a16:creationId xmlns:a16="http://schemas.microsoft.com/office/drawing/2014/main" id="{D88B977A-0E77-8A84-1E1C-221E50EB30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871" y="6079327"/>
            <a:ext cx="2055962" cy="5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70.xml"/><Relationship Id="rId39" Type="http://schemas.openxmlformats.org/officeDocument/2006/relationships/image" Target="../media/image7.png"/><Relationship Id="rId21" Type="http://schemas.openxmlformats.org/officeDocument/2006/relationships/slideLayout" Target="../slideLayouts/slideLayout65.xml"/><Relationship Id="rId34" Type="http://schemas.openxmlformats.org/officeDocument/2006/relationships/slideLayout" Target="../slideLayouts/slideLayout78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7.xml"/><Relationship Id="rId38" Type="http://schemas.openxmlformats.org/officeDocument/2006/relationships/theme" Target="../theme/theme2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73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68.xml"/><Relationship Id="rId32" Type="http://schemas.openxmlformats.org/officeDocument/2006/relationships/slideLayout" Target="../slideLayouts/slideLayout76.xml"/><Relationship Id="rId37" Type="http://schemas.openxmlformats.org/officeDocument/2006/relationships/slideLayout" Target="../slideLayouts/slideLayout81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2.xml"/><Relationship Id="rId36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75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4.xml"/><Relationship Id="rId35" Type="http://schemas.openxmlformats.org/officeDocument/2006/relationships/slideLayout" Target="../slideLayouts/slideLayout79.xml"/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E45C77-37AD-2346-9AE0-B9C9BED0F402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20" name="Title Placeholder 1"/>
          <p:cNvSpPr>
            <a:spLocks noGrp="1"/>
          </p:cNvSpPr>
          <p:nvPr userDrawn="1">
            <p:ph type="title"/>
          </p:nvPr>
        </p:nvSpPr>
        <p:spPr bwMode="black">
          <a:xfrm>
            <a:off x="395288" y="342000"/>
            <a:ext cx="11399837" cy="79792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 userDrawn="1">
            <p:ph type="body" idx="1"/>
          </p:nvPr>
        </p:nvSpPr>
        <p:spPr bwMode="black">
          <a:xfrm>
            <a:off x="395289" y="1761173"/>
            <a:ext cx="11399836" cy="41231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 for heading style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DC7892-8C7D-432D-8AE7-F93203949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5288" y="6356349"/>
            <a:ext cx="4451350" cy="1489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A619E-9348-6B4C-84DD-F3EBCD8062B6}"/>
              </a:ext>
            </a:extLst>
          </p:cNvPr>
          <p:cNvSpPr txBox="1"/>
          <p:nvPr userDrawn="1"/>
        </p:nvSpPr>
        <p:spPr>
          <a:xfrm>
            <a:off x="5846762" y="6353881"/>
            <a:ext cx="4968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8664B718-96F6-E041-A546-F9003A322C21}" type="slidenum">
              <a:rPr lang="en-US" sz="80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ctr"/>
              <a:t>‹#›</a:t>
            </a:fld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 descr="A red and blue logo&#10;&#10;Description automatically generated">
            <a:extLst>
              <a:ext uri="{FF2B5EF4-FFF2-40B4-BE49-F238E27FC236}">
                <a16:creationId xmlns:a16="http://schemas.microsoft.com/office/drawing/2014/main" id="{4C18B64E-AB88-CD61-0625-DF0A8A6F78ED}"/>
              </a:ext>
            </a:extLst>
          </p:cNvPr>
          <p:cNvPicPr>
            <a:picLocks noChangeAspect="1"/>
          </p:cNvPicPr>
          <p:nvPr userDrawn="1"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871" y="6079327"/>
            <a:ext cx="2055962" cy="5997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07248C-E823-8831-7B62-B74A8995C2A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3795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Classification: Amber</a:t>
            </a:r>
          </a:p>
        </p:txBody>
      </p:sp>
    </p:spTree>
    <p:extLst>
      <p:ext uri="{BB962C8B-B14F-4D97-AF65-F5344CB8AC3E}">
        <p14:creationId xmlns:p14="http://schemas.microsoft.com/office/powerpoint/2010/main" val="3141498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4127" r:id="rId17"/>
    <p:sldLayoutId id="2147483678" r:id="rId18"/>
    <p:sldLayoutId id="2147483679" r:id="rId19"/>
    <p:sldLayoutId id="2147483680" r:id="rId20"/>
    <p:sldLayoutId id="2147484128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0" kern="1200" spc="-3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/>
          </a:solidFill>
          <a:latin typeface="TESCO Modern" panose="02000506030000020004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200" b="0" kern="1200">
          <a:solidFill>
            <a:schemeClr val="accent1"/>
          </a:solidFill>
          <a:latin typeface="+mj-lt"/>
          <a:ea typeface="+mn-ea"/>
          <a:cs typeface="+mn-cs"/>
        </a:defRPr>
      </a:lvl2pPr>
      <a:lvl3pPr marL="184150" indent="-184150" algn="l" defTabSz="914400" rtl="0" eaLnBrk="1" latinLnBrk="0" hangingPunct="1">
        <a:lnSpc>
          <a:spcPct val="95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tabLst/>
        <a:defRPr sz="2000" kern="1200">
          <a:solidFill>
            <a:schemeClr val="tx2"/>
          </a:solidFill>
          <a:latin typeface="TESCO Modern" panose="02000506030000020004" pitchFamily="2" charset="0"/>
          <a:ea typeface="+mn-ea"/>
          <a:cs typeface="+mn-cs"/>
        </a:defRPr>
      </a:lvl3pPr>
      <a:lvl4pPr marL="495300" marR="0" indent="-176213" algn="l" defTabSz="914400" rtl="0" eaLnBrk="1" fontAlgn="auto" latinLnBrk="0" hangingPunct="1">
        <a:lnSpc>
          <a:spcPct val="90000"/>
        </a:lnSpc>
        <a:spcBef>
          <a:spcPts val="0"/>
        </a:spcBef>
        <a:spcAft>
          <a:spcPts val="600"/>
        </a:spcAft>
        <a:buClrTx/>
        <a:buSzTx/>
        <a:buFont typeface="System Font Regular"/>
        <a:buChar char="-"/>
        <a:tabLst/>
        <a:defRPr sz="15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7938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+mj-lt"/>
        <a:buNone/>
        <a:tabLst>
          <a:tab pos="90488" algn="l"/>
        </a:tabLst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500" b="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49">
          <p15:clr>
            <a:srgbClr val="F26B43"/>
          </p15:clr>
        </p15:guide>
        <p15:guide id="4" pos="743">
          <p15:clr>
            <a:srgbClr val="F26B43"/>
          </p15:clr>
        </p15:guide>
        <p15:guide id="5" pos="857">
          <p15:clr>
            <a:srgbClr val="F26B43"/>
          </p15:clr>
        </p15:guide>
        <p15:guide id="6" pos="1351">
          <p15:clr>
            <a:srgbClr val="F26B43"/>
          </p15:clr>
        </p15:guide>
        <p15:guide id="7" pos="1465">
          <p15:clr>
            <a:srgbClr val="F26B43"/>
          </p15:clr>
        </p15:guide>
        <p15:guide id="8" pos="1959">
          <p15:clr>
            <a:srgbClr val="F26B43"/>
          </p15:clr>
        </p15:guide>
        <p15:guide id="9" pos="2073">
          <p15:clr>
            <a:srgbClr val="F26B43"/>
          </p15:clr>
        </p15:guide>
        <p15:guide id="10" pos="2567">
          <p15:clr>
            <a:srgbClr val="F26B43"/>
          </p15:clr>
        </p15:guide>
        <p15:guide id="11" pos="2680">
          <p15:clr>
            <a:srgbClr val="F26B43"/>
          </p15:clr>
        </p15:guide>
        <p15:guide id="12" pos="3175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6">
          <p15:clr>
            <a:srgbClr val="F26B43"/>
          </p15:clr>
        </p15:guide>
        <p15:guide id="16" pos="4391">
          <p15:clr>
            <a:srgbClr val="F26B43"/>
          </p15:clr>
        </p15:guide>
        <p15:guide id="17" pos="4504">
          <p15:clr>
            <a:srgbClr val="F26B43"/>
          </p15:clr>
        </p15:guide>
        <p15:guide id="18" pos="4999">
          <p15:clr>
            <a:srgbClr val="F26B43"/>
          </p15:clr>
        </p15:guide>
        <p15:guide id="19" pos="5112">
          <p15:clr>
            <a:srgbClr val="F26B43"/>
          </p15:clr>
        </p15:guide>
        <p15:guide id="20" pos="5606">
          <p15:clr>
            <a:srgbClr val="F26B43"/>
          </p15:clr>
        </p15:guide>
        <p15:guide id="21" pos="5720">
          <p15:clr>
            <a:srgbClr val="F26B43"/>
          </p15:clr>
        </p15:guide>
        <p15:guide id="22" pos="6214">
          <p15:clr>
            <a:srgbClr val="F26B43"/>
          </p15:clr>
        </p15:guide>
        <p15:guide id="23" pos="6328">
          <p15:clr>
            <a:srgbClr val="F26B43"/>
          </p15:clr>
        </p15:guide>
        <p15:guide id="24" pos="6822">
          <p15:clr>
            <a:srgbClr val="F26B43"/>
          </p15:clr>
        </p15:guide>
        <p15:guide id="25" pos="6936">
          <p15:clr>
            <a:srgbClr val="F26B43"/>
          </p15:clr>
        </p15:guide>
        <p15:guide id="26" pos="7430">
          <p15:clr>
            <a:srgbClr val="F26B43"/>
          </p15:clr>
        </p15:guide>
        <p15:guide id="27" orient="horz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 orient="horz" pos="249">
          <p15:clr>
            <a:srgbClr val="F26B43"/>
          </p15:clr>
        </p15:guide>
        <p15:guide id="31" orient="horz" pos="3709">
          <p15:clr>
            <a:srgbClr val="F26B43"/>
          </p15:clr>
        </p15:guide>
        <p15:guide id="32" orient="horz" pos="110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E45C77-37AD-2346-9AE0-B9C9BED0F402}"/>
              </a:ext>
            </a:extLst>
          </p:cNvPr>
          <p:cNvSpPr/>
          <p:nvPr userDrawn="1"/>
        </p:nvSpPr>
        <p:spPr>
          <a:xfrm>
            <a:off x="0" y="5896800"/>
            <a:ext cx="12193200" cy="96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20" name="Title Placeholder 1"/>
          <p:cNvSpPr>
            <a:spLocks noGrp="1"/>
          </p:cNvSpPr>
          <p:nvPr userDrawn="1">
            <p:ph type="title"/>
          </p:nvPr>
        </p:nvSpPr>
        <p:spPr bwMode="black">
          <a:xfrm>
            <a:off x="395288" y="342000"/>
            <a:ext cx="11399837" cy="79792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 userDrawn="1">
            <p:ph type="body" idx="1"/>
          </p:nvPr>
        </p:nvSpPr>
        <p:spPr bwMode="black">
          <a:xfrm>
            <a:off x="395289" y="1761173"/>
            <a:ext cx="11399836" cy="41231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 for heading style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DC7892-8C7D-432D-8AE7-F93203949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5288" y="6356349"/>
            <a:ext cx="4451350" cy="1489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A619E-9348-6B4C-84DD-F3EBCD8062B6}"/>
              </a:ext>
            </a:extLst>
          </p:cNvPr>
          <p:cNvSpPr txBox="1"/>
          <p:nvPr userDrawn="1"/>
        </p:nvSpPr>
        <p:spPr>
          <a:xfrm>
            <a:off x="5846762" y="6353881"/>
            <a:ext cx="4968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8664B718-96F6-E041-A546-F9003A322C21}" type="slidenum">
              <a:rPr lang="en-US" sz="80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ctr"/>
              <a:t>‹#›</a:t>
            </a:fld>
            <a:endParaRPr lang="en-US" sz="8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104C8-394E-01D1-8D78-FB9372A35CE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3795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Classification: Amber</a:t>
            </a:r>
          </a:p>
        </p:txBody>
      </p:sp>
      <p:pic>
        <p:nvPicPr>
          <p:cNvPr id="6" name="Picture 5" descr="A red and blue logo&#10;&#10;Description automatically generated">
            <a:extLst>
              <a:ext uri="{FF2B5EF4-FFF2-40B4-BE49-F238E27FC236}">
                <a16:creationId xmlns:a16="http://schemas.microsoft.com/office/drawing/2014/main" id="{86547EF0-CFDD-96F9-F01E-FC3F3A08877C}"/>
              </a:ext>
            </a:extLst>
          </p:cNvPr>
          <p:cNvPicPr>
            <a:picLocks noChangeAspect="1"/>
          </p:cNvPicPr>
          <p:nvPr userDrawn="1"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29" y="6291794"/>
            <a:ext cx="1752006" cy="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4081" r:id="rId2"/>
    <p:sldLayoutId id="2147484057" r:id="rId3"/>
    <p:sldLayoutId id="2147484084" r:id="rId4"/>
    <p:sldLayoutId id="2147484002" r:id="rId5"/>
    <p:sldLayoutId id="2147484083" r:id="rId6"/>
    <p:sldLayoutId id="2147484031" r:id="rId7"/>
    <p:sldLayoutId id="2147484070" r:id="rId8"/>
    <p:sldLayoutId id="2147484071" r:id="rId9"/>
    <p:sldLayoutId id="2147484072" r:id="rId10"/>
    <p:sldLayoutId id="2147484073" r:id="rId11"/>
    <p:sldLayoutId id="2147484074" r:id="rId12"/>
    <p:sldLayoutId id="2147484075" r:id="rId13"/>
    <p:sldLayoutId id="2147483681" r:id="rId14"/>
    <p:sldLayoutId id="2147484004" r:id="rId15"/>
    <p:sldLayoutId id="2147484006" r:id="rId16"/>
    <p:sldLayoutId id="2147484018" r:id="rId17"/>
    <p:sldLayoutId id="2147484059" r:id="rId18"/>
    <p:sldLayoutId id="2147484019" r:id="rId19"/>
    <p:sldLayoutId id="2147484022" r:id="rId20"/>
    <p:sldLayoutId id="2147484060" r:id="rId21"/>
    <p:sldLayoutId id="2147484054" r:id="rId22"/>
    <p:sldLayoutId id="2147484026" r:id="rId23"/>
    <p:sldLayoutId id="2147484027" r:id="rId24"/>
    <p:sldLayoutId id="2147484029" r:id="rId25"/>
    <p:sldLayoutId id="2147484033" r:id="rId26"/>
    <p:sldLayoutId id="2147484079" r:id="rId27"/>
    <p:sldLayoutId id="2147484080" r:id="rId28"/>
    <p:sldLayoutId id="2147484034" r:id="rId29"/>
    <p:sldLayoutId id="2147484035" r:id="rId30"/>
    <p:sldLayoutId id="2147484038" r:id="rId31"/>
    <p:sldLayoutId id="2147484041" r:id="rId32"/>
    <p:sldLayoutId id="2147484085" r:id="rId33"/>
    <p:sldLayoutId id="2147484086" r:id="rId34"/>
    <p:sldLayoutId id="2147484087" r:id="rId35"/>
    <p:sldLayoutId id="2147484088" r:id="rId36"/>
    <p:sldLayoutId id="2147484126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spc="-150" baseline="0">
          <a:solidFill>
            <a:schemeClr val="accent1"/>
          </a:solidFill>
          <a:latin typeface="TESCO Modern" panose="02000506030000020004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100" b="0" i="0" kern="1200" spc="0" baseline="0">
          <a:solidFill>
            <a:schemeClr val="tx2"/>
          </a:solidFill>
          <a:latin typeface="TESCO Modern" panose="02000506030000020004" pitchFamily="2" charset="77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200" b="1" i="0" kern="1200" spc="0" baseline="0">
          <a:solidFill>
            <a:schemeClr val="accent1"/>
          </a:solidFill>
          <a:latin typeface="TESCO Modern" panose="02000506030000020004" pitchFamily="2" charset="77"/>
          <a:ea typeface="+mn-ea"/>
          <a:cs typeface="+mn-cs"/>
        </a:defRPr>
      </a:lvl2pPr>
      <a:lvl3pPr marL="144000" indent="-144000" algn="l" defTabSz="914400" rtl="0" eaLnBrk="1" latinLnBrk="0" hangingPunct="1">
        <a:lnSpc>
          <a:spcPct val="95000"/>
        </a:lnSpc>
        <a:spcBef>
          <a:spcPts val="0"/>
        </a:spcBef>
        <a:spcAft>
          <a:spcPts val="2100"/>
        </a:spcAft>
        <a:buFont typeface="Arial" panose="020B0604020202020204" pitchFamily="34" charset="0"/>
        <a:buChar char="•"/>
        <a:defRPr sz="2100" b="0" i="0" kern="1200" spc="0" baseline="0">
          <a:solidFill>
            <a:schemeClr val="tx2"/>
          </a:solidFill>
          <a:latin typeface="TESCO Modern" panose="02000506030000020004" pitchFamily="2" charset="77"/>
          <a:ea typeface="+mn-ea"/>
          <a:cs typeface="+mn-cs"/>
        </a:defRPr>
      </a:lvl3pPr>
      <a:lvl4pPr marL="0" marR="0" indent="0" algn="l" defTabSz="914400" rtl="0" eaLnBrk="1" fontAlgn="auto" latinLnBrk="0" hangingPunct="1">
        <a:lnSpc>
          <a:spcPct val="90000"/>
        </a:lnSpc>
        <a:spcBef>
          <a:spcPts val="0"/>
        </a:spcBef>
        <a:spcAft>
          <a:spcPts val="600"/>
        </a:spcAft>
        <a:buClrTx/>
        <a:buSzTx/>
        <a:buFont typeface="Arial" panose="020B0604020202020204" pitchFamily="34" charset="0"/>
        <a:buNone/>
        <a:tabLst/>
        <a:defRPr sz="1500" b="1" i="0" kern="1200" spc="0" baseline="0">
          <a:solidFill>
            <a:schemeClr val="accent1"/>
          </a:solidFill>
          <a:latin typeface="TESCO Modern" panose="02000506030000020004" pitchFamily="2" charset="77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Font typeface="+mj-lt"/>
        <a:buNone/>
        <a:tabLst>
          <a:tab pos="90488" algn="l"/>
        </a:tabLst>
        <a:defRPr sz="1500" b="0" i="0" kern="1200" spc="0" baseline="0">
          <a:solidFill>
            <a:schemeClr val="tx2"/>
          </a:solidFill>
          <a:latin typeface="TESCO Modern" panose="0200050603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9" userDrawn="1">
          <p15:clr>
            <a:srgbClr val="F26B43"/>
          </p15:clr>
        </p15:guide>
        <p15:guide id="4" pos="743" userDrawn="1">
          <p15:clr>
            <a:srgbClr val="F26B43"/>
          </p15:clr>
        </p15:guide>
        <p15:guide id="5" pos="857" userDrawn="1">
          <p15:clr>
            <a:srgbClr val="F26B43"/>
          </p15:clr>
        </p15:guide>
        <p15:guide id="6" pos="1351" userDrawn="1">
          <p15:clr>
            <a:srgbClr val="F26B43"/>
          </p15:clr>
        </p15:guide>
        <p15:guide id="7" pos="1465" userDrawn="1">
          <p15:clr>
            <a:srgbClr val="F26B43"/>
          </p15:clr>
        </p15:guide>
        <p15:guide id="8" pos="1959" userDrawn="1">
          <p15:clr>
            <a:srgbClr val="F26B43"/>
          </p15:clr>
        </p15:guide>
        <p15:guide id="9" pos="2073" userDrawn="1">
          <p15:clr>
            <a:srgbClr val="F26B43"/>
          </p15:clr>
        </p15:guide>
        <p15:guide id="10" pos="2567" userDrawn="1">
          <p15:clr>
            <a:srgbClr val="F26B43"/>
          </p15:clr>
        </p15:guide>
        <p15:guide id="11" pos="2680" userDrawn="1">
          <p15:clr>
            <a:srgbClr val="F26B43"/>
          </p15:clr>
        </p15:guide>
        <p15:guide id="12" pos="3175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3" userDrawn="1">
          <p15:clr>
            <a:srgbClr val="F26B43"/>
          </p15:clr>
        </p15:guide>
        <p15:guide id="15" pos="3896" userDrawn="1">
          <p15:clr>
            <a:srgbClr val="F26B43"/>
          </p15:clr>
        </p15:guide>
        <p15:guide id="16" pos="4391" userDrawn="1">
          <p15:clr>
            <a:srgbClr val="F26B43"/>
          </p15:clr>
        </p15:guide>
        <p15:guide id="17" pos="4504" userDrawn="1">
          <p15:clr>
            <a:srgbClr val="F26B43"/>
          </p15:clr>
        </p15:guide>
        <p15:guide id="18" pos="4999" userDrawn="1">
          <p15:clr>
            <a:srgbClr val="F26B43"/>
          </p15:clr>
        </p15:guide>
        <p15:guide id="19" pos="5112" userDrawn="1">
          <p15:clr>
            <a:srgbClr val="F26B43"/>
          </p15:clr>
        </p15:guide>
        <p15:guide id="20" pos="5606" userDrawn="1">
          <p15:clr>
            <a:srgbClr val="F26B43"/>
          </p15:clr>
        </p15:guide>
        <p15:guide id="21" pos="5720" userDrawn="1">
          <p15:clr>
            <a:srgbClr val="F26B43"/>
          </p15:clr>
        </p15:guide>
        <p15:guide id="22" pos="6214" userDrawn="1">
          <p15:clr>
            <a:srgbClr val="F26B43"/>
          </p15:clr>
        </p15:guide>
        <p15:guide id="23" pos="6328" userDrawn="1">
          <p15:clr>
            <a:srgbClr val="F26B43"/>
          </p15:clr>
        </p15:guide>
        <p15:guide id="24" pos="6822" userDrawn="1">
          <p15:clr>
            <a:srgbClr val="F26B43"/>
          </p15:clr>
        </p15:guide>
        <p15:guide id="25" pos="6936" userDrawn="1">
          <p15:clr>
            <a:srgbClr val="F26B43"/>
          </p15:clr>
        </p15:guide>
        <p15:guide id="26" pos="7430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249" userDrawn="1">
          <p15:clr>
            <a:srgbClr val="F26B43"/>
          </p15:clr>
        </p15:guide>
        <p15:guide id="31" orient="horz" pos="3709" userDrawn="1">
          <p15:clr>
            <a:srgbClr val="F26B43"/>
          </p15:clr>
        </p15:guide>
        <p15:guide id="32" orient="horz" pos="11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2E15B-392A-9840-5591-078F01AC4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6">
            <a:extLst>
              <a:ext uri="{FF2B5EF4-FFF2-40B4-BE49-F238E27FC236}">
                <a16:creationId xmlns:a16="http://schemas.microsoft.com/office/drawing/2014/main" id="{CD75C906-4173-D27A-A99F-FF13BC16BEEE}"/>
              </a:ext>
            </a:extLst>
          </p:cNvPr>
          <p:cNvSpPr txBox="1">
            <a:spLocks/>
          </p:cNvSpPr>
          <p:nvPr/>
        </p:nvSpPr>
        <p:spPr bwMode="black">
          <a:xfrm>
            <a:off x="672146" y="1129331"/>
            <a:ext cx="10847705" cy="6577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i="0" kern="1200" spc="-300" baseline="0">
                <a:solidFill>
                  <a:schemeClr val="accent1"/>
                </a:solidFill>
                <a:latin typeface="TESCO Modern" panose="02000506030000020004" pitchFamily="2" charset="77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rgbClr val="00539F"/>
                </a:solidFill>
              </a:rPr>
              <a:t>Wednesday Agenda</a:t>
            </a:r>
            <a:r>
              <a:rPr lang="en-GB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547125-5CE5-F9BA-BE3C-B044459262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2146" y="800432"/>
            <a:ext cx="2203029" cy="295222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1600" dirty="0">
                <a:latin typeface="TESCO Modern"/>
              </a:rPr>
              <a:t>PI Planning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B0E21CC-5829-C79F-29F7-B3107676873D}"/>
              </a:ext>
            </a:extLst>
          </p:cNvPr>
          <p:cNvSpPr txBox="1">
            <a:spLocks/>
          </p:cNvSpPr>
          <p:nvPr/>
        </p:nvSpPr>
        <p:spPr bwMode="black">
          <a:xfrm>
            <a:off x="672145" y="2075920"/>
            <a:ext cx="5144193" cy="330897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100" b="0" i="0" kern="1200" spc="-100" baseline="0">
                <a:solidFill>
                  <a:schemeClr val="tx2"/>
                </a:solidFill>
                <a:latin typeface="TESCO Modern" panose="02000506030000020004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200" b="1" i="0" kern="1200" spc="-100" baseline="0">
                <a:solidFill>
                  <a:schemeClr val="accent1"/>
                </a:solidFill>
                <a:latin typeface="TESCO Modern" panose="02000506030000020004" pitchFamily="2" charset="77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100"/>
              </a:spcAft>
              <a:buFont typeface="Arial" panose="020B0604020202020204" pitchFamily="34" charset="0"/>
              <a:buChar char="•"/>
              <a:defRPr sz="2100" b="0" i="0" kern="1200" spc="-100" baseline="0">
                <a:solidFill>
                  <a:schemeClr val="tx2"/>
                </a:solidFill>
                <a:latin typeface="TESCO Modern" panose="02000506030000020004" pitchFamily="2" charset="77"/>
                <a:ea typeface="+mn-ea"/>
                <a:cs typeface="+mn-cs"/>
              </a:defRPr>
            </a:lvl3pPr>
            <a:lvl4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500" b="1" i="0" kern="1200" spc="-100" baseline="0">
                <a:solidFill>
                  <a:schemeClr val="accent1"/>
                </a:solidFill>
                <a:latin typeface="TESCO Modern" panose="02000506030000020004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Font typeface="+mj-lt"/>
              <a:buNone/>
              <a:tabLst>
                <a:tab pos="90488" algn="l"/>
              </a:tabLst>
              <a:defRPr sz="1500" b="0" i="0" kern="1200" spc="-100" baseline="0">
                <a:solidFill>
                  <a:schemeClr val="tx2"/>
                </a:solidFill>
                <a:latin typeface="TESCO Modern" panose="0200050603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80104"/>
                </a:solidFill>
                <a:latin typeface="TESCO Modern"/>
              </a:rPr>
              <a:t>10:00-10:10 / 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Welcome  update </a:t>
            </a:r>
            <a:r>
              <a:rPr lang="en-US" sz="1600" b="1" dirty="0">
                <a:solidFill>
                  <a:schemeClr val="bg1">
                    <a:lumMod val="75000"/>
                  </a:schemeClr>
                </a:solidFill>
                <a:latin typeface="TESCO Modern"/>
              </a:rPr>
              <a:t>Grant</a:t>
            </a:r>
          </a:p>
          <a:p>
            <a:r>
              <a:rPr lang="en-US" sz="2000" dirty="0">
                <a:solidFill>
                  <a:srgbClr val="080104"/>
                </a:solidFill>
                <a:latin typeface="TESCO Modern"/>
              </a:rPr>
              <a:t>10:10-10:55 / 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Vision  </a:t>
            </a:r>
            <a:r>
              <a:rPr lang="en-US" sz="1600" b="1" dirty="0">
                <a:solidFill>
                  <a:schemeClr val="bg1">
                    <a:lumMod val="75000"/>
                  </a:schemeClr>
                </a:solidFill>
                <a:latin typeface="TESCO Modern"/>
              </a:rPr>
              <a:t>Product Managers &amp; Architects</a:t>
            </a:r>
          </a:p>
          <a:p>
            <a:r>
              <a:rPr lang="en-US" sz="2000" dirty="0">
                <a:solidFill>
                  <a:srgbClr val="080104"/>
                </a:solidFill>
                <a:latin typeface="TESCO Modern"/>
              </a:rPr>
              <a:t>10:55 – 11:05 / 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Coffee</a:t>
            </a:r>
          </a:p>
          <a:p>
            <a:r>
              <a:rPr lang="en-US" sz="2000" dirty="0">
                <a:solidFill>
                  <a:srgbClr val="080104"/>
                </a:solidFill>
                <a:latin typeface="TESCO Modern"/>
              </a:rPr>
              <a:t>11:05-11:45/ 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Day 2 update </a:t>
            </a:r>
            <a:r>
              <a:rPr lang="en-US" sz="1600" b="1" dirty="0">
                <a:solidFill>
                  <a:schemeClr val="bg1">
                    <a:lumMod val="75000"/>
                  </a:schemeClr>
                </a:solidFill>
                <a:latin typeface="TESCO Modern"/>
              </a:rPr>
              <a:t>Paul &amp; team</a:t>
            </a:r>
          </a:p>
          <a:p>
            <a:r>
              <a:rPr lang="en-US" sz="2000" dirty="0">
                <a:solidFill>
                  <a:srgbClr val="080104"/>
                </a:solidFill>
                <a:latin typeface="TESCO Modern"/>
              </a:rPr>
              <a:t>11:45 – 12:30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 </a:t>
            </a:r>
            <a:r>
              <a:rPr lang="en-US" sz="2000" dirty="0">
                <a:solidFill>
                  <a:srgbClr val="080104"/>
                </a:solidFill>
                <a:latin typeface="TESCO Modern"/>
              </a:rPr>
              <a:t>/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 Lunch</a:t>
            </a:r>
          </a:p>
          <a:p>
            <a:endParaRPr lang="en-US" sz="2000" b="1" dirty="0">
              <a:solidFill>
                <a:srgbClr val="080104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0B57CE1-3A06-33FC-E39E-9E7968C872E8}"/>
              </a:ext>
            </a:extLst>
          </p:cNvPr>
          <p:cNvSpPr txBox="1">
            <a:spLocks/>
          </p:cNvSpPr>
          <p:nvPr/>
        </p:nvSpPr>
        <p:spPr bwMode="black">
          <a:xfrm>
            <a:off x="6145158" y="2075920"/>
            <a:ext cx="5423854" cy="330897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100" b="0" i="0" kern="1200" spc="-100" baseline="0">
                <a:solidFill>
                  <a:schemeClr val="tx2"/>
                </a:solidFill>
                <a:latin typeface="TESCO Modern" panose="02000506030000020004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200" b="1" i="0" kern="1200" spc="-100" baseline="0">
                <a:solidFill>
                  <a:schemeClr val="accent1"/>
                </a:solidFill>
                <a:latin typeface="TESCO Modern" panose="02000506030000020004" pitchFamily="2" charset="77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100"/>
              </a:spcAft>
              <a:buFont typeface="Arial" panose="020B0604020202020204" pitchFamily="34" charset="0"/>
              <a:buChar char="•"/>
              <a:defRPr sz="2100" b="0" i="0" kern="1200" spc="-100" baseline="0">
                <a:solidFill>
                  <a:schemeClr val="tx2"/>
                </a:solidFill>
                <a:latin typeface="TESCO Modern" panose="02000506030000020004" pitchFamily="2" charset="77"/>
                <a:ea typeface="+mn-ea"/>
                <a:cs typeface="+mn-cs"/>
              </a:defRPr>
            </a:lvl3pPr>
            <a:lvl4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500" b="1" i="0" kern="1200" spc="-100" baseline="0">
                <a:solidFill>
                  <a:schemeClr val="accent1"/>
                </a:solidFill>
                <a:latin typeface="TESCO Modern" panose="02000506030000020004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Font typeface="+mj-lt"/>
              <a:buNone/>
              <a:tabLst>
                <a:tab pos="90488" algn="l"/>
              </a:tabLst>
              <a:defRPr sz="1500" b="0" i="0" kern="1200" spc="-100" baseline="0">
                <a:solidFill>
                  <a:schemeClr val="tx2"/>
                </a:solidFill>
                <a:latin typeface="TESCO Modern" panose="0200050603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80104"/>
                </a:solidFill>
                <a:latin typeface="TESCO Modern"/>
              </a:rPr>
              <a:t>12:30-15:15 / 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Breakout Team Planning</a:t>
            </a:r>
            <a:endParaRPr lang="en-US" sz="1600" b="1" dirty="0">
              <a:solidFill>
                <a:schemeClr val="bg1">
                  <a:lumMod val="75000"/>
                </a:schemeClr>
              </a:solidFill>
              <a:latin typeface="TESCO Modern"/>
            </a:endParaRPr>
          </a:p>
          <a:p>
            <a:r>
              <a:rPr lang="en-US" sz="2000" dirty="0">
                <a:solidFill>
                  <a:srgbClr val="080104"/>
                </a:solidFill>
                <a:latin typeface="TESCO Modern"/>
              </a:rPr>
              <a:t>15:15-16:45 / 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Draft Plan Review</a:t>
            </a:r>
          </a:p>
          <a:p>
            <a:r>
              <a:rPr lang="en-US" sz="1600" b="1" dirty="0">
                <a:solidFill>
                  <a:schemeClr val="bg1">
                    <a:lumMod val="75000"/>
                  </a:schemeClr>
                </a:solidFill>
                <a:latin typeface="TESCO Modern"/>
              </a:rPr>
              <a:t>Team Reps &amp; Product Management (8 mins per team)</a:t>
            </a: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en-GB" sz="1600" dirty="0">
                <a:solidFill>
                  <a:srgbClr val="080104"/>
                </a:solidFill>
                <a:latin typeface="TESCO Modern"/>
              </a:rPr>
              <a:t>Present Team Plan so far</a:t>
            </a: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en-GB" sz="1600" dirty="0">
                <a:solidFill>
                  <a:srgbClr val="080104"/>
                </a:solidFill>
                <a:latin typeface="TESCO Modern"/>
              </a:rPr>
              <a:t>Review against priorities provided by PM​</a:t>
            </a: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en-GB" sz="1600" dirty="0">
                <a:solidFill>
                  <a:srgbClr val="080104"/>
                </a:solidFill>
                <a:latin typeface="TESCO Modern"/>
              </a:rPr>
              <a:t>Confidence Vote</a:t>
            </a:r>
          </a:p>
          <a:p>
            <a:r>
              <a:rPr lang="en-US" sz="2000" dirty="0">
                <a:solidFill>
                  <a:srgbClr val="080104"/>
                </a:solidFill>
                <a:latin typeface="TESCO Modern"/>
              </a:rPr>
              <a:t>16:45 – 17:15 / 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Management Review </a:t>
            </a:r>
          </a:p>
          <a:p>
            <a:r>
              <a:rPr lang="en-US" sz="1600" b="1" dirty="0">
                <a:solidFill>
                  <a:schemeClr val="bg1">
                    <a:lumMod val="75000"/>
                  </a:schemeClr>
                </a:solidFill>
                <a:latin typeface="TESCO Modern"/>
              </a:rPr>
              <a:t>Management stakeholders &amp; requested team reps</a:t>
            </a:r>
          </a:p>
          <a:p>
            <a:endParaRPr lang="en-US" sz="2000" dirty="0">
              <a:solidFill>
                <a:srgbClr val="080104"/>
              </a:solidFill>
              <a:latin typeface="TESCO Modern"/>
            </a:endParaRPr>
          </a:p>
          <a:p>
            <a:endParaRPr lang="en-US" sz="2000" dirty="0">
              <a:solidFill>
                <a:srgbClr val="080104"/>
              </a:solidFill>
              <a:latin typeface="TESCO Modern"/>
            </a:endParaRPr>
          </a:p>
          <a:p>
            <a:endParaRPr lang="en-US" sz="1600" dirty="0">
              <a:solidFill>
                <a:schemeClr val="bg1">
                  <a:lumMod val="75000"/>
                </a:schemeClr>
              </a:solidFill>
              <a:latin typeface="TESCO Modern"/>
            </a:endParaRPr>
          </a:p>
          <a:p>
            <a:endParaRPr lang="en-US" sz="2000" b="1" dirty="0">
              <a:solidFill>
                <a:srgbClr val="080104"/>
              </a:solidFill>
            </a:endParaRPr>
          </a:p>
        </p:txBody>
      </p:sp>
      <p:pic>
        <p:nvPicPr>
          <p:cNvPr id="6" name="Graphic 5" descr="Beer with solid fill">
            <a:extLst>
              <a:ext uri="{FF2B5EF4-FFF2-40B4-BE49-F238E27FC236}">
                <a16:creationId xmlns:a16="http://schemas.microsoft.com/office/drawing/2014/main" id="{96A111D9-B70B-5B8B-CAD6-0456174EA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6843" y="5303639"/>
            <a:ext cx="914400" cy="914400"/>
          </a:xfrm>
          <a:prstGeom prst="rect">
            <a:avLst/>
          </a:prstGeom>
        </p:spPr>
      </p:pic>
      <p:pic>
        <p:nvPicPr>
          <p:cNvPr id="10" name="Graphic 9" descr="Wine with solid fill">
            <a:extLst>
              <a:ext uri="{FF2B5EF4-FFF2-40B4-BE49-F238E27FC236}">
                <a16:creationId xmlns:a16="http://schemas.microsoft.com/office/drawing/2014/main" id="{74DD15F6-296D-2C98-14E2-5F5E4DAC35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9044" y="5303639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B3A2A7-54DC-1EFA-498B-A0B20B724A33}"/>
              </a:ext>
            </a:extLst>
          </p:cNvPr>
          <p:cNvSpPr txBox="1"/>
          <p:nvPr/>
        </p:nvSpPr>
        <p:spPr>
          <a:xfrm>
            <a:off x="7553444" y="4769339"/>
            <a:ext cx="678581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rgbClr val="080104"/>
              </a:solidFill>
              <a:latin typeface="TESCO Modern"/>
            </a:endParaRPr>
          </a:p>
          <a:p>
            <a:endParaRPr lang="en-US" dirty="0">
              <a:solidFill>
                <a:srgbClr val="080104"/>
              </a:solidFill>
              <a:latin typeface="TESCO Modern"/>
            </a:endParaRPr>
          </a:p>
          <a:p>
            <a:r>
              <a:rPr lang="en-US" dirty="0">
                <a:solidFill>
                  <a:srgbClr val="080104"/>
                </a:solidFill>
                <a:latin typeface="TESCO Modern"/>
              </a:rPr>
              <a:t>17:15</a:t>
            </a:r>
            <a:r>
              <a:rPr lang="en-US" sz="1800" dirty="0">
                <a:solidFill>
                  <a:srgbClr val="080104"/>
                </a:solidFill>
                <a:latin typeface="TESCO Modern"/>
              </a:rPr>
              <a:t> </a:t>
            </a:r>
            <a:r>
              <a:rPr lang="en-US" dirty="0">
                <a:solidFill>
                  <a:srgbClr val="080104"/>
                </a:solidFill>
                <a:latin typeface="TESCO Modern"/>
              </a:rPr>
              <a:t>onwards</a:t>
            </a:r>
            <a:r>
              <a:rPr lang="en-US" sz="1800" b="1" dirty="0">
                <a:solidFill>
                  <a:srgbClr val="080104"/>
                </a:solidFill>
                <a:latin typeface="TESCO Modern"/>
              </a:rPr>
              <a:t> / </a:t>
            </a:r>
            <a:r>
              <a:rPr lang="en-US" b="1" dirty="0">
                <a:solidFill>
                  <a:srgbClr val="080104"/>
                </a:solidFill>
                <a:latin typeface="TESCO Modern"/>
              </a:rPr>
              <a:t>Team Social</a:t>
            </a:r>
          </a:p>
          <a:p>
            <a:r>
              <a:rPr lang="en-US" sz="1600" b="1" spc="-100" dirty="0">
                <a:solidFill>
                  <a:schemeClr val="bg1">
                    <a:lumMod val="75000"/>
                  </a:schemeClr>
                </a:solidFill>
                <a:latin typeface="TESCO Modern"/>
              </a:rPr>
              <a:t>Canteen – Beers, wines &amp; soft drinks…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811EF-BD58-CFAA-984A-4DE8D5BF6651}"/>
              </a:ext>
            </a:extLst>
          </p:cNvPr>
          <p:cNvSpPr txBox="1"/>
          <p:nvPr/>
        </p:nvSpPr>
        <p:spPr>
          <a:xfrm>
            <a:off x="750970" y="4506366"/>
            <a:ext cx="4248410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dirty="0">
                <a:solidFill>
                  <a:schemeClr val="tx2"/>
                </a:solidFill>
              </a:rPr>
              <a:t>Scrum of Scrums at 1:30 &amp; 2:30pm, and ad hoc as required</a:t>
            </a:r>
          </a:p>
          <a:p>
            <a:endParaRPr lang="en-GB" sz="1600" dirty="0">
              <a:solidFill>
                <a:schemeClr val="tx2"/>
              </a:solidFill>
            </a:endParaRPr>
          </a:p>
          <a:p>
            <a:r>
              <a:rPr lang="en-GB" sz="1600" dirty="0">
                <a:solidFill>
                  <a:schemeClr val="tx2"/>
                </a:solidFill>
              </a:rPr>
              <a:t>Please take natural breaks during Team Planning sessions</a:t>
            </a:r>
          </a:p>
        </p:txBody>
      </p:sp>
    </p:spTree>
    <p:extLst>
      <p:ext uri="{BB962C8B-B14F-4D97-AF65-F5344CB8AC3E}">
        <p14:creationId xmlns:p14="http://schemas.microsoft.com/office/powerpoint/2010/main" val="3742206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F6D09-4968-0583-0B1A-8A7E5ED4F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6">
            <a:extLst>
              <a:ext uri="{FF2B5EF4-FFF2-40B4-BE49-F238E27FC236}">
                <a16:creationId xmlns:a16="http://schemas.microsoft.com/office/drawing/2014/main" id="{643427F2-AE8D-637C-625C-CA8763C31812}"/>
              </a:ext>
            </a:extLst>
          </p:cNvPr>
          <p:cNvSpPr txBox="1">
            <a:spLocks/>
          </p:cNvSpPr>
          <p:nvPr/>
        </p:nvSpPr>
        <p:spPr bwMode="black">
          <a:xfrm>
            <a:off x="672146" y="1129331"/>
            <a:ext cx="10847705" cy="6577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i="0" kern="1200" spc="-300" baseline="0">
                <a:solidFill>
                  <a:schemeClr val="accent1"/>
                </a:solidFill>
                <a:latin typeface="TESCO Modern" panose="02000506030000020004" pitchFamily="2" charset="77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rgbClr val="00539F"/>
                </a:solidFill>
              </a:rPr>
              <a:t>Thursday Agenda</a:t>
            </a:r>
            <a:r>
              <a:rPr lang="en-GB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68DB1FA-351D-0F9A-AB49-29E86EF072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2146" y="800432"/>
            <a:ext cx="2203029" cy="295222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1600">
                <a:latin typeface="TESCO Modern"/>
              </a:rPr>
              <a:t>PI Planning</a:t>
            </a:r>
            <a:endParaRPr lang="en-US" sz="1600" dirty="0">
              <a:latin typeface="TESCO Modern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64362A0-0E57-2FF7-51E3-F47671AF1AC3}"/>
              </a:ext>
            </a:extLst>
          </p:cNvPr>
          <p:cNvSpPr txBox="1">
            <a:spLocks/>
          </p:cNvSpPr>
          <p:nvPr/>
        </p:nvSpPr>
        <p:spPr bwMode="black">
          <a:xfrm>
            <a:off x="672145" y="2075920"/>
            <a:ext cx="6520391" cy="330897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100" b="0" i="0" kern="1200" spc="-100" baseline="0">
                <a:solidFill>
                  <a:schemeClr val="tx2"/>
                </a:solidFill>
                <a:latin typeface="TESCO Modern" panose="02000506030000020004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200" b="1" i="0" kern="1200" spc="-100" baseline="0">
                <a:solidFill>
                  <a:schemeClr val="accent1"/>
                </a:solidFill>
                <a:latin typeface="TESCO Modern" panose="02000506030000020004" pitchFamily="2" charset="77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100"/>
              </a:spcAft>
              <a:buFont typeface="Arial" panose="020B0604020202020204" pitchFamily="34" charset="0"/>
              <a:buChar char="•"/>
              <a:defRPr sz="2100" b="0" i="0" kern="1200" spc="-100" baseline="0">
                <a:solidFill>
                  <a:schemeClr val="tx2"/>
                </a:solidFill>
                <a:latin typeface="TESCO Modern" panose="02000506030000020004" pitchFamily="2" charset="77"/>
                <a:ea typeface="+mn-ea"/>
                <a:cs typeface="+mn-cs"/>
              </a:defRPr>
            </a:lvl3pPr>
            <a:lvl4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500" b="1" i="0" kern="1200" spc="-100" baseline="0">
                <a:solidFill>
                  <a:schemeClr val="accent1"/>
                </a:solidFill>
                <a:latin typeface="TESCO Modern" panose="02000506030000020004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Font typeface="+mj-lt"/>
              <a:buNone/>
              <a:tabLst>
                <a:tab pos="90488" algn="l"/>
              </a:tabLst>
              <a:defRPr sz="1500" b="0" i="0" kern="1200" spc="-100" baseline="0">
                <a:solidFill>
                  <a:schemeClr val="tx2"/>
                </a:solidFill>
                <a:latin typeface="TESCO Modern" panose="0200050603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80104"/>
                </a:solidFill>
                <a:latin typeface="TESCO Modern"/>
              </a:rPr>
              <a:t>09.30 -09:45 / 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Recap &amp; </a:t>
            </a:r>
            <a:r>
              <a:rPr lang="en-US" sz="2000" b="1" dirty="0" err="1">
                <a:solidFill>
                  <a:srgbClr val="080104"/>
                </a:solidFill>
                <a:latin typeface="TESCO Modern"/>
              </a:rPr>
              <a:t>Mgtment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 Review output </a:t>
            </a:r>
            <a:r>
              <a:rPr lang="en-US" sz="1600" b="1" dirty="0">
                <a:solidFill>
                  <a:schemeClr val="bg1">
                    <a:lumMod val="75000"/>
                  </a:schemeClr>
                </a:solidFill>
                <a:latin typeface="TESCO Modern"/>
              </a:rPr>
              <a:t>Grant</a:t>
            </a:r>
          </a:p>
          <a:p>
            <a:r>
              <a:rPr lang="en-US" sz="2000" dirty="0">
                <a:solidFill>
                  <a:srgbClr val="080104"/>
                </a:solidFill>
                <a:latin typeface="TESCO Modern"/>
              </a:rPr>
              <a:t>09:45-09:55 / 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Energizer</a:t>
            </a:r>
            <a:r>
              <a:rPr lang="en-US" sz="1600" b="1" dirty="0">
                <a:solidFill>
                  <a:schemeClr val="bg1">
                    <a:lumMod val="75000"/>
                  </a:schemeClr>
                </a:solidFill>
                <a:latin typeface="TESCO Modern"/>
              </a:rPr>
              <a:t> </a:t>
            </a:r>
          </a:p>
          <a:p>
            <a:r>
              <a:rPr lang="en-US" sz="2000" dirty="0">
                <a:solidFill>
                  <a:srgbClr val="080104"/>
                </a:solidFill>
                <a:latin typeface="TESCO Modern"/>
              </a:rPr>
              <a:t>09:55-12:05 / 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Breakout Team Planning</a:t>
            </a:r>
            <a:endParaRPr lang="en-US" sz="1600" b="1" dirty="0">
              <a:solidFill>
                <a:schemeClr val="bg1">
                  <a:lumMod val="75000"/>
                </a:schemeClr>
              </a:solidFill>
              <a:latin typeface="TESCO Modern"/>
            </a:endParaRPr>
          </a:p>
          <a:p>
            <a:r>
              <a:rPr lang="en-US" sz="2000" dirty="0">
                <a:solidFill>
                  <a:srgbClr val="080104"/>
                </a:solidFill>
                <a:latin typeface="TESCO Modern"/>
              </a:rPr>
              <a:t>12:05 – 12:45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 </a:t>
            </a:r>
            <a:r>
              <a:rPr lang="en-US" sz="2000" dirty="0">
                <a:solidFill>
                  <a:srgbClr val="080104"/>
                </a:solidFill>
                <a:latin typeface="TESCO Modern"/>
              </a:rPr>
              <a:t>/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 Lunch</a:t>
            </a:r>
          </a:p>
          <a:p>
            <a:endParaRPr lang="en-US" sz="2000" b="1" dirty="0">
              <a:solidFill>
                <a:srgbClr val="080104"/>
              </a:solidFill>
              <a:latin typeface="TESCO Modern"/>
            </a:endParaRPr>
          </a:p>
          <a:p>
            <a:endParaRPr lang="en-US" sz="2000" b="1" dirty="0">
              <a:solidFill>
                <a:srgbClr val="080104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521C427-9ABA-AE1B-8BDF-8586F5288386}"/>
              </a:ext>
            </a:extLst>
          </p:cNvPr>
          <p:cNvSpPr txBox="1">
            <a:spLocks/>
          </p:cNvSpPr>
          <p:nvPr/>
        </p:nvSpPr>
        <p:spPr bwMode="black">
          <a:xfrm>
            <a:off x="6650484" y="2075920"/>
            <a:ext cx="5423854" cy="330897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100" b="0" i="0" kern="1200" spc="-100" baseline="0">
                <a:solidFill>
                  <a:schemeClr val="tx2"/>
                </a:solidFill>
                <a:latin typeface="TESCO Modern" panose="02000506030000020004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200" b="1" i="0" kern="1200" spc="-100" baseline="0">
                <a:solidFill>
                  <a:schemeClr val="accent1"/>
                </a:solidFill>
                <a:latin typeface="TESCO Modern" panose="02000506030000020004" pitchFamily="2" charset="77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100"/>
              </a:spcAft>
              <a:buFont typeface="Arial" panose="020B0604020202020204" pitchFamily="34" charset="0"/>
              <a:buChar char="•"/>
              <a:defRPr sz="2100" b="0" i="0" kern="1200" spc="-100" baseline="0">
                <a:solidFill>
                  <a:schemeClr val="tx2"/>
                </a:solidFill>
                <a:latin typeface="TESCO Modern" panose="02000506030000020004" pitchFamily="2" charset="77"/>
                <a:ea typeface="+mn-ea"/>
                <a:cs typeface="+mn-cs"/>
              </a:defRPr>
            </a:lvl3pPr>
            <a:lvl4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500" b="1" i="0" kern="1200" spc="-100" baseline="0">
                <a:solidFill>
                  <a:schemeClr val="accent1"/>
                </a:solidFill>
                <a:latin typeface="TESCO Modern" panose="02000506030000020004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Font typeface="+mj-lt"/>
              <a:buNone/>
              <a:tabLst>
                <a:tab pos="90488" algn="l"/>
              </a:tabLst>
              <a:defRPr sz="1500" b="0" i="0" kern="1200" spc="-100" baseline="0">
                <a:solidFill>
                  <a:schemeClr val="tx2"/>
                </a:solidFill>
                <a:latin typeface="TESCO Modern" panose="0200050603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80104"/>
                </a:solidFill>
                <a:latin typeface="TESCO Modern"/>
              </a:rPr>
              <a:t>12:45-14:15 / 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Final Plan Review</a:t>
            </a:r>
          </a:p>
          <a:p>
            <a:r>
              <a:rPr lang="en-US" sz="1600" b="1" dirty="0">
                <a:solidFill>
                  <a:schemeClr val="bg1">
                    <a:lumMod val="75000"/>
                  </a:schemeClr>
                </a:solidFill>
                <a:latin typeface="TESCO Modern"/>
              </a:rPr>
              <a:t>Team Reps &amp; Product Management (8 mins max per team</a:t>
            </a:r>
          </a:p>
          <a:p>
            <a:pPr marL="285750" indent="-285750" algn="l" fontAlgn="base">
              <a:buFont typeface="Wingdings" panose="05000000000000000000" pitchFamily="2" charset="2"/>
              <a:buChar char="ü"/>
            </a:pPr>
            <a:r>
              <a:rPr lang="en-GB" sz="1600" dirty="0">
                <a:solidFill>
                  <a:srgbClr val="080104"/>
                </a:solidFill>
                <a:latin typeface="TESCO Modern"/>
              </a:rPr>
              <a:t>Any changes to plan since yesterday​</a:t>
            </a:r>
          </a:p>
          <a:p>
            <a:pPr marL="285750" indent="-285750" algn="l" fontAlgn="base">
              <a:buFont typeface="Wingdings" panose="05000000000000000000" pitchFamily="2" charset="2"/>
              <a:buChar char="ü"/>
            </a:pPr>
            <a:r>
              <a:rPr lang="en-GB" sz="1600" dirty="0">
                <a:solidFill>
                  <a:srgbClr val="080104"/>
                </a:solidFill>
                <a:latin typeface="TESCO Modern"/>
              </a:rPr>
              <a:t>Review against priorities provided by PM​</a:t>
            </a:r>
          </a:p>
          <a:p>
            <a:pPr marL="285750" indent="-285750" algn="l" fontAlgn="base">
              <a:buFont typeface="Wingdings" panose="05000000000000000000" pitchFamily="2" charset="2"/>
              <a:buChar char="ü"/>
            </a:pPr>
            <a:r>
              <a:rPr lang="en-GB" sz="1600" dirty="0">
                <a:solidFill>
                  <a:srgbClr val="080104"/>
                </a:solidFill>
                <a:latin typeface="TESCO Modern"/>
              </a:rPr>
              <a:t>PI Objectives​</a:t>
            </a:r>
          </a:p>
          <a:p>
            <a:pPr marL="285750" indent="-285750" algn="l" fontAlgn="base">
              <a:buFont typeface="Wingdings" panose="05000000000000000000" pitchFamily="2" charset="2"/>
              <a:buChar char="ü"/>
            </a:pPr>
            <a:r>
              <a:rPr lang="en-GB" sz="1600" dirty="0">
                <a:solidFill>
                  <a:srgbClr val="080104"/>
                </a:solidFill>
                <a:latin typeface="TESCO Modern"/>
              </a:rPr>
              <a:t>Risks &amp; Issues​</a:t>
            </a:r>
          </a:p>
          <a:p>
            <a:pPr marL="285750" indent="-285750" algn="l" fontAlgn="base">
              <a:buFont typeface="Wingdings" panose="05000000000000000000" pitchFamily="2" charset="2"/>
              <a:buChar char="ü"/>
            </a:pPr>
            <a:r>
              <a:rPr lang="en-GB" sz="1600" dirty="0">
                <a:solidFill>
                  <a:srgbClr val="080104"/>
                </a:solidFill>
                <a:latin typeface="TESCO Modern"/>
              </a:rPr>
              <a:t>Confidence Vote</a:t>
            </a:r>
          </a:p>
          <a:p>
            <a:r>
              <a:rPr lang="en-US" sz="2000" dirty="0">
                <a:solidFill>
                  <a:srgbClr val="080104"/>
                </a:solidFill>
                <a:latin typeface="TESCO Modern"/>
              </a:rPr>
              <a:t>14:15 – 14:40</a:t>
            </a:r>
            <a:r>
              <a:rPr lang="en-US" sz="2000" b="1" dirty="0">
                <a:solidFill>
                  <a:srgbClr val="080104"/>
                </a:solidFill>
                <a:latin typeface="TESCO Modern"/>
              </a:rPr>
              <a:t> / Retro &amp; Close</a:t>
            </a:r>
            <a:endParaRPr lang="en-US" sz="2000" b="1" dirty="0">
              <a:solidFill>
                <a:srgbClr val="08010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GB" sz="1600" dirty="0">
              <a:solidFill>
                <a:srgbClr val="080104"/>
              </a:solidFill>
            </a:endParaRPr>
          </a:p>
          <a:p>
            <a:endParaRPr lang="en-US" sz="1600" dirty="0">
              <a:solidFill>
                <a:srgbClr val="BFBFBF"/>
              </a:solidFill>
            </a:endParaRPr>
          </a:p>
          <a:p>
            <a:endParaRPr lang="en-US" sz="2000" b="1" dirty="0">
              <a:solidFill>
                <a:srgbClr val="08010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E7A7EF-F8C5-7966-8680-C5236F5696D7}"/>
              </a:ext>
            </a:extLst>
          </p:cNvPr>
          <p:cNvSpPr txBox="1"/>
          <p:nvPr/>
        </p:nvSpPr>
        <p:spPr>
          <a:xfrm>
            <a:off x="750970" y="4580240"/>
            <a:ext cx="424841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dirty="0">
                <a:solidFill>
                  <a:schemeClr val="tx2"/>
                </a:solidFill>
              </a:rPr>
              <a:t>Scrum of Scrums at 1115am and ad hoc as required</a:t>
            </a:r>
          </a:p>
          <a:p>
            <a:endParaRPr lang="en-GB" sz="1600" dirty="0">
              <a:solidFill>
                <a:schemeClr val="tx2"/>
              </a:solidFill>
            </a:endParaRPr>
          </a:p>
          <a:p>
            <a:r>
              <a:rPr lang="en-GB" sz="1600" dirty="0">
                <a:solidFill>
                  <a:schemeClr val="tx2"/>
                </a:solidFill>
              </a:rPr>
              <a:t>Please take natural breaks during Team Planning session</a:t>
            </a:r>
          </a:p>
          <a:p>
            <a:endParaRPr lang="en-GB" sz="16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3E4F54-77A5-3F53-4164-4A68A8CB9E8B}"/>
                  </a:ext>
                </a:extLst>
              </p14:cNvPr>
              <p14:cNvContentPartPr/>
              <p14:nvPr/>
            </p14:nvContentPartPr>
            <p14:xfrm>
              <a:off x="14379531" y="6144806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3E4F54-77A5-3F53-4164-4A68A8CB9E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70531" y="613580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7654829"/>
      </p:ext>
    </p:extLst>
  </p:cSld>
  <p:clrMapOvr>
    <a:masterClrMapping/>
  </p:clrMapOvr>
</p:sld>
</file>

<file path=ppt/theme/theme1.xml><?xml version="1.0" encoding="utf-8"?>
<a:theme xmlns:a="http://schemas.openxmlformats.org/drawingml/2006/main" name="Tesco Template">
  <a:themeElements>
    <a:clrScheme name="Tesco template palette">
      <a:dk1>
        <a:srgbClr val="00539F"/>
      </a:dk1>
      <a:lt1>
        <a:srgbClr val="FFFFFF"/>
      </a:lt1>
      <a:dk2>
        <a:srgbClr val="6E6767"/>
      </a:dk2>
      <a:lt2>
        <a:srgbClr val="E81C2D"/>
      </a:lt2>
      <a:accent1>
        <a:srgbClr val="00539F"/>
      </a:accent1>
      <a:accent2>
        <a:srgbClr val="AE905F"/>
      </a:accent2>
      <a:accent3>
        <a:srgbClr val="BB38DE"/>
      </a:accent3>
      <a:accent4>
        <a:srgbClr val="00A88E"/>
      </a:accent4>
      <a:accent5>
        <a:srgbClr val="EF6900"/>
      </a:accent5>
      <a:accent6>
        <a:srgbClr val="0A9DE3"/>
      </a:accent6>
      <a:hlink>
        <a:srgbClr val="6E6767"/>
      </a:hlink>
      <a:folHlink>
        <a:srgbClr val="000000"/>
      </a:folHlink>
    </a:clrScheme>
    <a:fontScheme name="MR D - Tesco">
      <a:majorFont>
        <a:latin typeface="TESCO Modern Bold"/>
        <a:ea typeface=""/>
        <a:cs typeface=""/>
      </a:majorFont>
      <a:minorFont>
        <a:latin typeface="TESCO Moder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sco IMS PowerPoint template CF version.potx" id="{F1CC3A64-D6AD-4FE4-9F19-B77591FA2B36}" vid="{3B953288-6999-4149-9BC4-4431851EC2C2}"/>
    </a:ext>
  </a:extLst>
</a:theme>
</file>

<file path=ppt/theme/theme2.xml><?xml version="1.0" encoding="utf-8"?>
<a:theme xmlns:a="http://schemas.openxmlformats.org/drawingml/2006/main" name="Tesco Template">
  <a:themeElements>
    <a:clrScheme name="Custom 35">
      <a:dk1>
        <a:srgbClr val="00539F"/>
      </a:dk1>
      <a:lt1>
        <a:srgbClr val="FFFFFF"/>
      </a:lt1>
      <a:dk2>
        <a:srgbClr val="6E6767"/>
      </a:dk2>
      <a:lt2>
        <a:srgbClr val="EE1C2E"/>
      </a:lt2>
      <a:accent1>
        <a:srgbClr val="00539F"/>
      </a:accent1>
      <a:accent2>
        <a:srgbClr val="AE905F"/>
      </a:accent2>
      <a:accent3>
        <a:srgbClr val="BB38DE"/>
      </a:accent3>
      <a:accent4>
        <a:srgbClr val="00A88E"/>
      </a:accent4>
      <a:accent5>
        <a:srgbClr val="EF6900"/>
      </a:accent5>
      <a:accent6>
        <a:srgbClr val="0A9DE3"/>
      </a:accent6>
      <a:hlink>
        <a:srgbClr val="6E6767"/>
      </a:hlink>
      <a:folHlink>
        <a:srgbClr val="000000"/>
      </a:folHlink>
    </a:clrScheme>
    <a:fontScheme name="Custom 2">
      <a:majorFont>
        <a:latin typeface="TESCO Modern Bold"/>
        <a:ea typeface=""/>
        <a:cs typeface=""/>
      </a:majorFont>
      <a:minorFont>
        <a:latin typeface="TESCO Moder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6" id="{5E8F4592-E507-4B5C-BCDE-A5A0A9F1B3D4}" vid="{0EAF95B4-0FDA-44F9-BAD6-4B2BED9A542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25BF4CE6EB3E449E7E51EFDBADB0B6" ma:contentTypeVersion="15" ma:contentTypeDescription="Create a new document." ma:contentTypeScope="" ma:versionID="30355280e256d1f300e63a9dee30c9c4">
  <xsd:schema xmlns:xsd="http://www.w3.org/2001/XMLSchema" xmlns:xs="http://www.w3.org/2001/XMLSchema" xmlns:p="http://schemas.microsoft.com/office/2006/metadata/properties" xmlns:ns2="74eff4d0-079b-4188-92a5-743c404d01b1" xmlns:ns3="af8ef01f-69a8-4196-8e11-db9c8a1d4bf1" targetNamespace="http://schemas.microsoft.com/office/2006/metadata/properties" ma:root="true" ma:fieldsID="dd812dc579a792485f4c45279790d0e8" ns2:_="" ns3:_="">
    <xsd:import namespace="74eff4d0-079b-4188-92a5-743c404d01b1"/>
    <xsd:import namespace="af8ef01f-69a8-4196-8e11-db9c8a1d4b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eff4d0-079b-4188-92a5-743c404d01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125b029e-4ee8-47c8-ae61-d78a01edb5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8ef01f-69a8-4196-8e11-db9c8a1d4bf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c3b8d6f-bc13-4840-b5be-28b2e73ffd97}" ma:internalName="TaxCatchAll" ma:showField="CatchAllData" ma:web="af8ef01f-69a8-4196-8e11-db9c8a1d4b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f8ef01f-69a8-4196-8e11-db9c8a1d4bf1" xsi:nil="true"/>
    <lcf76f155ced4ddcb4097134ff3c332f xmlns="74eff4d0-079b-4188-92a5-743c404d01b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8CDF6BF-A243-4BF1-A5AD-858A14B077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E9BEE3-0EA9-4DDE-A8DF-5EEC7C2FB05B}"/>
</file>

<file path=customXml/itemProps3.xml><?xml version="1.0" encoding="utf-8"?>
<ds:datastoreItem xmlns:ds="http://schemas.openxmlformats.org/officeDocument/2006/customXml" ds:itemID="{2E0C4CEF-65F7-4AB4-8828-10E5B3E2034C}">
  <ds:schemaRefs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af8ef01f-69a8-4196-8e11-db9c8a1d4bf1"/>
    <ds:schemaRef ds:uri="http://purl.org/dc/terms/"/>
    <ds:schemaRef ds:uri="http://schemas.microsoft.com/office/infopath/2007/PartnerControls"/>
    <ds:schemaRef ds:uri="74eff4d0-079b-4188-92a5-743c404d01b1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7fcacc7f-c000-49fc-98f0-0eebc7e1e61d}" enabled="1" method="Standard" siteId="{bce3f16a-29b1-444a-afde-a7b86e45a77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211</Words>
  <Application>Microsoft Office PowerPoint</Application>
  <PresentationFormat>Widescreen</PresentationFormat>
  <Paragraphs>44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Aptos</vt:lpstr>
      <vt:lpstr>Arial</vt:lpstr>
      <vt:lpstr>Calibri</vt:lpstr>
      <vt:lpstr>System Font Regular</vt:lpstr>
      <vt:lpstr>TESCO Modern</vt:lpstr>
      <vt:lpstr>TESCO Modern Bold</vt:lpstr>
      <vt:lpstr>Wingdings</vt:lpstr>
      <vt:lpstr>Tesco Template</vt:lpstr>
      <vt:lpstr>Tesco Template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Sutherland, Grant (Tesco IMS)</dc:creator>
  <cp:lastModifiedBy>Sutherland, Grant (Tesco IMS)</cp:lastModifiedBy>
  <cp:revision>134</cp:revision>
  <dcterms:created xsi:type="dcterms:W3CDTF">2024-11-20T16:07:01Z</dcterms:created>
  <dcterms:modified xsi:type="dcterms:W3CDTF">2025-11-11T11:12:28Z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Tesco Template:6</vt:lpwstr>
  </property>
  <property fmtid="{D5CDD505-2E9C-101B-9397-08002B2CF9AE}" pid="3" name="ClassificationContentMarkingFooterText">
    <vt:lpwstr>Data Classification: Amber</vt:lpwstr>
  </property>
  <property fmtid="{D5CDD505-2E9C-101B-9397-08002B2CF9AE}" pid="4" name="ContentTypeId">
    <vt:lpwstr>0x010100E525BF4CE6EB3E449E7E51EFDBADB0B6</vt:lpwstr>
  </property>
  <property fmtid="{D5CDD505-2E9C-101B-9397-08002B2CF9AE}" pid="5" name="MediaServiceImageTags">
    <vt:lpwstr/>
  </property>
</Properties>
</file>